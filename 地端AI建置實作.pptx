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49d9ec184840ac" /><Relationship Type="http://schemas.openxmlformats.org/officeDocument/2006/relationships/extended-properties" Target="/docProps/app.xml" Id="Re731fc01c4c34c51" /><Relationship Type="http://schemas.openxmlformats.org/officeDocument/2006/relationships/officeDocument" Target="/ppt/presentation.xml" Id="R86485dbeccd4448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4fb4dd52d4c4fc8"/>
  </p:sldMasterIdLst>
  <p:notesMasterIdLst>
    <p:notesMasterId xmlns:r="http://schemas.openxmlformats.org/officeDocument/2006/relationships" r:id="R8d737ddd7dbc456b"/>
  </p:notesMasterIdLst>
  <p:sldIdLst>
    <p:sldId xmlns:r="http://schemas.openxmlformats.org/officeDocument/2006/relationships" id="256" r:id="Ra766dce3353c4ae4"/>
    <p:sldId xmlns:r="http://schemas.openxmlformats.org/officeDocument/2006/relationships" id="257" r:id="Rd7bc1c9f03574caa"/>
    <p:sldId xmlns:r="http://schemas.openxmlformats.org/officeDocument/2006/relationships" id="258" r:id="R441109c0b064430c"/>
    <p:sldId xmlns:r="http://schemas.openxmlformats.org/officeDocument/2006/relationships" id="259" r:id="R7334b74ccaf143f1"/>
    <p:sldId xmlns:r="http://schemas.openxmlformats.org/officeDocument/2006/relationships" id="260" r:id="R093f56321f8a47f2"/>
    <p:sldId xmlns:r="http://schemas.openxmlformats.org/officeDocument/2006/relationships" id="261" r:id="R9be9224cbb7a42b2"/>
    <p:sldId xmlns:r="http://schemas.openxmlformats.org/officeDocument/2006/relationships" id="262" r:id="R336b34caa99043af"/>
    <p:sldId xmlns:r="http://schemas.openxmlformats.org/officeDocument/2006/relationships" id="263" r:id="Re2c86bf7bf434b74"/>
    <p:sldId xmlns:r="http://schemas.openxmlformats.org/officeDocument/2006/relationships" id="264" r:id="R842da10c6e5d4104"/>
    <p:sldId xmlns:r="http://schemas.openxmlformats.org/officeDocument/2006/relationships" id="265" r:id="R925f12e0ceec4b7a"/>
    <p:sldId xmlns:r="http://schemas.openxmlformats.org/officeDocument/2006/relationships" id="266" r:id="R8198c72cebe14724"/>
    <p:sldId xmlns:r="http://schemas.openxmlformats.org/officeDocument/2006/relationships" id="267" r:id="R308b75fd029043ea"/>
    <p:sldId xmlns:r="http://schemas.openxmlformats.org/officeDocument/2006/relationships" id="268" r:id="Rb270f18f95a84642"/>
    <p:sldId xmlns:r="http://schemas.openxmlformats.org/officeDocument/2006/relationships" id="269" r:id="R5a98402d8fd44e8f"/>
    <p:sldId xmlns:r="http://schemas.openxmlformats.org/officeDocument/2006/relationships" id="270" r:id="R7866c06bec3d4afb"/>
    <p:sldId xmlns:r="http://schemas.openxmlformats.org/officeDocument/2006/relationships" id="271" r:id="Ra15cd3ac33754aab"/>
    <p:sldId xmlns:r="http://schemas.openxmlformats.org/officeDocument/2006/relationships" id="272" r:id="R9b8c46fe53e64f6a"/>
    <p:sldId xmlns:r="http://schemas.openxmlformats.org/officeDocument/2006/relationships" id="273" r:id="R0765fa1c4efd40a2"/>
    <p:sldId xmlns:r="http://schemas.openxmlformats.org/officeDocument/2006/relationships" id="274" r:id="R842b539b80db46e9"/>
    <p:sldId xmlns:r="http://schemas.openxmlformats.org/officeDocument/2006/relationships" id="275" r:id="Ra8e023abedad4004"/>
    <p:sldId xmlns:r="http://schemas.openxmlformats.org/officeDocument/2006/relationships" id="276" r:id="Rd90aa4d868904732"/>
    <p:sldId xmlns:r="http://schemas.openxmlformats.org/officeDocument/2006/relationships" id="277" r:id="Rb439a99039be4fa8"/>
    <p:sldId xmlns:r="http://schemas.openxmlformats.org/officeDocument/2006/relationships" id="278" r:id="R5528ebee333a4f66"/>
    <p:sldId xmlns:r="http://schemas.openxmlformats.org/officeDocument/2006/relationships" id="279" r:id="Rad66bba26ebf4271"/>
    <p:sldId xmlns:r="http://schemas.openxmlformats.org/officeDocument/2006/relationships" id="280" r:id="R6f907c9faeb545e2"/>
    <p:sldId xmlns:r="http://schemas.openxmlformats.org/officeDocument/2006/relationships" id="281" r:id="Rda8fa722cac74fd3"/>
    <p:sldId xmlns:r="http://schemas.openxmlformats.org/officeDocument/2006/relationships" id="282" r:id="R4c0647651d9643d3"/>
    <p:sldId xmlns:r="http://schemas.openxmlformats.org/officeDocument/2006/relationships" id="283" r:id="Rc7719930a41a4f1f"/>
    <p:sldId xmlns:r="http://schemas.openxmlformats.org/officeDocument/2006/relationships" id="284" r:id="Ra06642a9ca424e92"/>
    <p:sldId xmlns:r="http://schemas.openxmlformats.org/officeDocument/2006/relationships" id="285" r:id="R8bf7cbf33bb945a0"/>
    <p:sldId xmlns:r="http://schemas.openxmlformats.org/officeDocument/2006/relationships" id="286" r:id="R24b1629cdf89495e"/>
    <p:sldId xmlns:r="http://schemas.openxmlformats.org/officeDocument/2006/relationships" id="287" r:id="Rd28c62b9e72342d4"/>
    <p:sldId xmlns:r="http://schemas.openxmlformats.org/officeDocument/2006/relationships" id="288" r:id="R875044b204264041"/>
    <p:sldId xmlns:r="http://schemas.openxmlformats.org/officeDocument/2006/relationships" id="289" r:id="R5fd4a2af02e84d24"/>
    <p:sldId xmlns:r="http://schemas.openxmlformats.org/officeDocument/2006/relationships" id="290" r:id="R39bf328c27a34dd4"/>
    <p:sldId xmlns:r="http://schemas.openxmlformats.org/officeDocument/2006/relationships" id="291" r:id="R63885281cda94e35"/>
    <p:sldId xmlns:r="http://schemas.openxmlformats.org/officeDocument/2006/relationships" id="292" r:id="R56a67344c7864889"/>
    <p:sldId xmlns:r="http://schemas.openxmlformats.org/officeDocument/2006/relationships" id="293" r:id="Rb945c18a7c9b4a4b"/>
    <p:sldId xmlns:r="http://schemas.openxmlformats.org/officeDocument/2006/relationships" id="294" r:id="Ra591a89416ed44cd"/>
    <p:sldId xmlns:r="http://schemas.openxmlformats.org/officeDocument/2006/relationships" id="295" r:id="Rea6ec5779d7f4d9c"/>
    <p:sldId xmlns:r="http://schemas.openxmlformats.org/officeDocument/2006/relationships" id="296" r:id="Raa859897cb0a4ff2"/>
    <p:sldId xmlns:r="http://schemas.openxmlformats.org/officeDocument/2006/relationships" id="297" r:id="R5fcf920e517b42ea"/>
    <p:sldId xmlns:r="http://schemas.openxmlformats.org/officeDocument/2006/relationships" id="298" r:id="R67786d4ab7e645be"/>
    <p:sldId xmlns:r="http://schemas.openxmlformats.org/officeDocument/2006/relationships" id="299" r:id="Rd7370b814a424350"/>
    <p:sldId xmlns:r="http://schemas.openxmlformats.org/officeDocument/2006/relationships" id="300" r:id="R48f61622784c437c"/>
    <p:sldId xmlns:r="http://schemas.openxmlformats.org/officeDocument/2006/relationships" id="301" r:id="Raab52a0533a44e36"/>
    <p:sldId xmlns:r="http://schemas.openxmlformats.org/officeDocument/2006/relationships" id="302" r:id="R8322fff8c9f94eed"/>
    <p:sldId xmlns:r="http://schemas.openxmlformats.org/officeDocument/2006/relationships" id="303" r:id="R3edeb233627d4184"/>
    <p:sldId xmlns:r="http://schemas.openxmlformats.org/officeDocument/2006/relationships" id="304" r:id="R03f1b84b41294959"/>
    <p:sldId xmlns:r="http://schemas.openxmlformats.org/officeDocument/2006/relationships" id="305" r:id="Rce73c58299de443a"/>
    <p:sldId xmlns:r="http://schemas.openxmlformats.org/officeDocument/2006/relationships" id="306" r:id="Rd0d0d5637f5848bc"/>
    <p:sldId xmlns:r="http://schemas.openxmlformats.org/officeDocument/2006/relationships" id="307" r:id="R4c34163ee5bb4bbe"/>
    <p:sldId xmlns:r="http://schemas.openxmlformats.org/officeDocument/2006/relationships" id="308" r:id="R28aa7ab08f5947c6"/>
    <p:sldId xmlns:r="http://schemas.openxmlformats.org/officeDocument/2006/relationships" id="309" r:id="R2b41427f72a94371"/>
    <p:sldId xmlns:r="http://schemas.openxmlformats.org/officeDocument/2006/relationships" id="310" r:id="Rc7b2843848bf49c0"/>
    <p:sldId xmlns:r="http://schemas.openxmlformats.org/officeDocument/2006/relationships" id="311" r:id="Rf14814fae9124251"/>
    <p:sldId xmlns:r="http://schemas.openxmlformats.org/officeDocument/2006/relationships" id="312" r:id="Re8c5f1e9ed3444d6"/>
    <p:sldId xmlns:r="http://schemas.openxmlformats.org/officeDocument/2006/relationships" id="313" r:id="R8ebe2bc619d4493b"/>
  </p:sldIdLst>
  <p:sldSz cx="12192000" cy="6858000"/>
  <p:notesSz cx="6858000" cy="9144000"/>
  <p:embeddedFontLst>
    <p:embeddedFont>
      <p:font typeface="Lora"/>
      <p:regular xmlns:r="http://schemas.openxmlformats.org/officeDocument/2006/relationships" r:id="Raebe4c08cad74e8b"/>
      <p:bold xmlns:r="http://schemas.openxmlformats.org/officeDocument/2006/relationships" r:id="R0d7dc5493dee459d"/>
      <p:italic xmlns:r="http://schemas.openxmlformats.org/officeDocument/2006/relationships" r:id="Rede6d0edf2914d77"/>
      <p:boldItalic xmlns:r="http://schemas.openxmlformats.org/officeDocument/2006/relationships" r:id="R7181aa75aba24923"/>
    </p:embeddedFont>
    <p:embeddedFont>
      <p:font typeface="OpenAI Sans"/>
      <p:regular xmlns:r="http://schemas.openxmlformats.org/officeDocument/2006/relationships" r:id="R8533192ef7154cfb"/>
      <p:bold xmlns:r="http://schemas.openxmlformats.org/officeDocument/2006/relationships" r:id="R3cf6f1561c22443a"/>
      <p:italic xmlns:r="http://schemas.openxmlformats.org/officeDocument/2006/relationships" r:id="R3cbcd7e39df946c2"/>
      <p:boldItalic xmlns:r="http://schemas.openxmlformats.org/officeDocument/2006/relationships" r:id="R49f80c4dde014455"/>
    </p:embeddedFont>
    <p:embeddedFont>
      <p:font typeface="Roboto"/>
      <p:regular xmlns:r="http://schemas.openxmlformats.org/officeDocument/2006/relationships" r:id="R06334cd076d14a11"/>
      <p:bold xmlns:r="http://schemas.openxmlformats.org/officeDocument/2006/relationships" r:id="R8b3aca4bd0dc46bc"/>
      <p:italic xmlns:r="http://schemas.openxmlformats.org/officeDocument/2006/relationships" r:id="R8cb3548f72594664"/>
      <p:boldItalic xmlns:r="http://schemas.openxmlformats.org/officeDocument/2006/relationships" r:id="Rb18cddaf9f794ca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2e215b446c4725" /><Relationship Type="http://schemas.openxmlformats.org/officeDocument/2006/relationships/slideMaster" Target="/ppt/slideMasters/slideMaster1.xml" Id="Rd4fb4dd52d4c4fc8" /><Relationship Type="http://schemas.openxmlformats.org/officeDocument/2006/relationships/notesMaster" Target="/ppt/notesMasters/notesMaster1.xml" Id="R8d737ddd7dbc456b" /><Relationship Type="http://schemas.openxmlformats.org/officeDocument/2006/relationships/presProps" Target="/ppt/presProps.xml" Id="R16163d9920944d8a" /><Relationship Type="http://schemas.openxmlformats.org/officeDocument/2006/relationships/viewProps" Target="/ppt/viewProps.xml" Id="Rb579319aaed0467b" /><Relationship Type="http://schemas.openxmlformats.org/officeDocument/2006/relationships/tableStyles" Target="/ppt/tableStyles.xml" Id="R52a8f6c7d7ee4e78" /><Relationship Type="http://schemas.openxmlformats.org/officeDocument/2006/relationships/font" Target="/ppt/fonts/font.dat" Id="Raebe4c08cad74e8b" /><Relationship Type="http://schemas.openxmlformats.org/officeDocument/2006/relationships/font" Target="/ppt/fonts/font2.dat" Id="R0d7dc5493dee459d" /><Relationship Type="http://schemas.openxmlformats.org/officeDocument/2006/relationships/font" Target="/ppt/fonts/font3.dat" Id="Rede6d0edf2914d77" /><Relationship Type="http://schemas.openxmlformats.org/officeDocument/2006/relationships/font" Target="/ppt/fonts/font4.dat" Id="R7181aa75aba24923" /><Relationship Type="http://schemas.openxmlformats.org/officeDocument/2006/relationships/font" Target="/ppt/fonts/font5.dat" Id="R8533192ef7154cfb" /><Relationship Type="http://schemas.openxmlformats.org/officeDocument/2006/relationships/font" Target="/ppt/fonts/font6.dat" Id="R3cf6f1561c22443a" /><Relationship Type="http://schemas.openxmlformats.org/officeDocument/2006/relationships/font" Target="/ppt/fonts/font7.dat" Id="R3cbcd7e39df946c2" /><Relationship Type="http://schemas.openxmlformats.org/officeDocument/2006/relationships/font" Target="/ppt/fonts/font8.dat" Id="R49f80c4dde014455" /><Relationship Type="http://schemas.openxmlformats.org/officeDocument/2006/relationships/font" Target="/ppt/fonts/font9.dat" Id="R06334cd076d14a11" /><Relationship Type="http://schemas.openxmlformats.org/officeDocument/2006/relationships/font" Target="/ppt/fonts/font10.dat" Id="R8b3aca4bd0dc46bc" /><Relationship Type="http://schemas.openxmlformats.org/officeDocument/2006/relationships/font" Target="/ppt/fonts/font11.dat" Id="R8cb3548f72594664" /><Relationship Type="http://schemas.openxmlformats.org/officeDocument/2006/relationships/font" Target="/ppt/fonts/font12.dat" Id="Rb18cddaf9f794ca3" /><Relationship Type="http://schemas.openxmlformats.org/officeDocument/2006/relationships/slide" Target="/ppt/slides/slide1.xml" Id="Ra766dce3353c4ae4" /><Relationship Type="http://schemas.openxmlformats.org/officeDocument/2006/relationships/slide" Target="/ppt/slides/slide2.xml" Id="Rd7bc1c9f03574caa" /><Relationship Type="http://schemas.openxmlformats.org/officeDocument/2006/relationships/slide" Target="/ppt/slides/slide3.xml" Id="R441109c0b064430c" /><Relationship Type="http://schemas.openxmlformats.org/officeDocument/2006/relationships/slide" Target="/ppt/slides/slide4.xml" Id="R7334b74ccaf143f1" /><Relationship Type="http://schemas.openxmlformats.org/officeDocument/2006/relationships/slide" Target="/ppt/slides/slide5.xml" Id="R093f56321f8a47f2" /><Relationship Type="http://schemas.openxmlformats.org/officeDocument/2006/relationships/slide" Target="/ppt/slides/slide6.xml" Id="R9be9224cbb7a42b2" /><Relationship Type="http://schemas.openxmlformats.org/officeDocument/2006/relationships/slide" Target="/ppt/slides/slide7.xml" Id="R336b34caa99043af" /><Relationship Type="http://schemas.openxmlformats.org/officeDocument/2006/relationships/slide" Target="/ppt/slides/slide8.xml" Id="Re2c86bf7bf434b74" /><Relationship Type="http://schemas.openxmlformats.org/officeDocument/2006/relationships/slide" Target="/ppt/slides/slide9.xml" Id="R842da10c6e5d4104" /><Relationship Type="http://schemas.openxmlformats.org/officeDocument/2006/relationships/slide" Target="/ppt/slides/slide10.xml" Id="R925f12e0ceec4b7a" /><Relationship Type="http://schemas.openxmlformats.org/officeDocument/2006/relationships/slide" Target="/ppt/slides/slide11.xml" Id="R8198c72cebe14724" /><Relationship Type="http://schemas.openxmlformats.org/officeDocument/2006/relationships/slide" Target="/ppt/slides/slide12.xml" Id="R308b75fd029043ea" /><Relationship Type="http://schemas.openxmlformats.org/officeDocument/2006/relationships/slide" Target="/ppt/slides/slide13.xml" Id="Rb270f18f95a84642" /><Relationship Type="http://schemas.openxmlformats.org/officeDocument/2006/relationships/slide" Target="/ppt/slides/slide14.xml" Id="R5a98402d8fd44e8f" /><Relationship Type="http://schemas.openxmlformats.org/officeDocument/2006/relationships/slide" Target="/ppt/slides/slide15.xml" Id="R7866c06bec3d4afb" /><Relationship Type="http://schemas.openxmlformats.org/officeDocument/2006/relationships/slide" Target="/ppt/slides/slide16.xml" Id="Ra15cd3ac33754aab" /><Relationship Type="http://schemas.openxmlformats.org/officeDocument/2006/relationships/slide" Target="/ppt/slides/slide17.xml" Id="R9b8c46fe53e64f6a" /><Relationship Type="http://schemas.openxmlformats.org/officeDocument/2006/relationships/slide" Target="/ppt/slides/slide18.xml" Id="R0765fa1c4efd40a2" /><Relationship Type="http://schemas.openxmlformats.org/officeDocument/2006/relationships/slide" Target="/ppt/slides/slide19.xml" Id="R842b539b80db46e9" /><Relationship Type="http://schemas.openxmlformats.org/officeDocument/2006/relationships/slide" Target="/ppt/slides/slide20.xml" Id="Ra8e023abedad4004" /><Relationship Type="http://schemas.openxmlformats.org/officeDocument/2006/relationships/slide" Target="/ppt/slides/slide21.xml" Id="Rd90aa4d868904732" /><Relationship Type="http://schemas.openxmlformats.org/officeDocument/2006/relationships/slide" Target="/ppt/slides/slide22.xml" Id="Rb439a99039be4fa8" /><Relationship Type="http://schemas.openxmlformats.org/officeDocument/2006/relationships/slide" Target="/ppt/slides/slide23.xml" Id="R5528ebee333a4f66" /><Relationship Type="http://schemas.openxmlformats.org/officeDocument/2006/relationships/slide" Target="/ppt/slides/slide24.xml" Id="Rad66bba26ebf4271" /><Relationship Type="http://schemas.openxmlformats.org/officeDocument/2006/relationships/slide" Target="/ppt/slides/slide25.xml" Id="R6f907c9faeb545e2" /><Relationship Type="http://schemas.openxmlformats.org/officeDocument/2006/relationships/slide" Target="/ppt/slides/slide26.xml" Id="Rda8fa722cac74fd3" /><Relationship Type="http://schemas.openxmlformats.org/officeDocument/2006/relationships/slide" Target="/ppt/slides/slide27.xml" Id="R4c0647651d9643d3" /><Relationship Type="http://schemas.openxmlformats.org/officeDocument/2006/relationships/slide" Target="/ppt/slides/slide28.xml" Id="Rc7719930a41a4f1f" /><Relationship Type="http://schemas.openxmlformats.org/officeDocument/2006/relationships/slide" Target="/ppt/slides/slide29.xml" Id="Ra06642a9ca424e92" /><Relationship Type="http://schemas.openxmlformats.org/officeDocument/2006/relationships/slide" Target="/ppt/slides/slide30.xml" Id="R8bf7cbf33bb945a0" /><Relationship Type="http://schemas.openxmlformats.org/officeDocument/2006/relationships/slide" Target="/ppt/slides/slide31.xml" Id="R24b1629cdf89495e" /><Relationship Type="http://schemas.openxmlformats.org/officeDocument/2006/relationships/slide" Target="/ppt/slides/slide32.xml" Id="Rd28c62b9e72342d4" /><Relationship Type="http://schemas.openxmlformats.org/officeDocument/2006/relationships/slide" Target="/ppt/slides/slide33.xml" Id="R875044b204264041" /><Relationship Type="http://schemas.openxmlformats.org/officeDocument/2006/relationships/slide" Target="/ppt/slides/slide34.xml" Id="R5fd4a2af02e84d24" /><Relationship Type="http://schemas.openxmlformats.org/officeDocument/2006/relationships/slide" Target="/ppt/slides/slide35.xml" Id="R39bf328c27a34dd4" /><Relationship Type="http://schemas.openxmlformats.org/officeDocument/2006/relationships/slide" Target="/ppt/slides/slide36.xml" Id="R63885281cda94e35" /><Relationship Type="http://schemas.openxmlformats.org/officeDocument/2006/relationships/slide" Target="/ppt/slides/slide37.xml" Id="R56a67344c7864889" /><Relationship Type="http://schemas.openxmlformats.org/officeDocument/2006/relationships/slide" Target="/ppt/slides/slide38.xml" Id="Rb945c18a7c9b4a4b" /><Relationship Type="http://schemas.openxmlformats.org/officeDocument/2006/relationships/slide" Target="/ppt/slides/slide39.xml" Id="Ra591a89416ed44cd" /><Relationship Type="http://schemas.openxmlformats.org/officeDocument/2006/relationships/slide" Target="/ppt/slides/slide40.xml" Id="Rea6ec5779d7f4d9c" /><Relationship Type="http://schemas.openxmlformats.org/officeDocument/2006/relationships/slide" Target="/ppt/slides/slide41.xml" Id="Raa859897cb0a4ff2" /><Relationship Type="http://schemas.openxmlformats.org/officeDocument/2006/relationships/slide" Target="/ppt/slides/slide42.xml" Id="R5fcf920e517b42ea" /><Relationship Type="http://schemas.openxmlformats.org/officeDocument/2006/relationships/slide" Target="/ppt/slides/slide43.xml" Id="R67786d4ab7e645be" /><Relationship Type="http://schemas.openxmlformats.org/officeDocument/2006/relationships/slide" Target="/ppt/slides/slide44.xml" Id="Rd7370b814a424350" /><Relationship Type="http://schemas.openxmlformats.org/officeDocument/2006/relationships/slide" Target="/ppt/slides/slide45.xml" Id="R48f61622784c437c" /><Relationship Type="http://schemas.openxmlformats.org/officeDocument/2006/relationships/slide" Target="/ppt/slides/slide46.xml" Id="Raab52a0533a44e36" /><Relationship Type="http://schemas.openxmlformats.org/officeDocument/2006/relationships/slide" Target="/ppt/slides/slide47.xml" Id="R8322fff8c9f94eed" /><Relationship Type="http://schemas.openxmlformats.org/officeDocument/2006/relationships/slide" Target="/ppt/slides/slide48.xml" Id="R3edeb233627d4184" /><Relationship Type="http://schemas.openxmlformats.org/officeDocument/2006/relationships/slide" Target="/ppt/slides/slide49.xml" Id="R03f1b84b41294959" /><Relationship Type="http://schemas.openxmlformats.org/officeDocument/2006/relationships/slide" Target="/ppt/slides/slide50.xml" Id="Rce73c58299de443a" /><Relationship Type="http://schemas.openxmlformats.org/officeDocument/2006/relationships/slide" Target="/ppt/slides/slide51.xml" Id="Rd0d0d5637f5848bc" /><Relationship Type="http://schemas.openxmlformats.org/officeDocument/2006/relationships/slide" Target="/ppt/slides/slide52.xml" Id="R4c34163ee5bb4bbe" /><Relationship Type="http://schemas.openxmlformats.org/officeDocument/2006/relationships/slide" Target="/ppt/slides/slide53.xml" Id="R28aa7ab08f5947c6" /><Relationship Type="http://schemas.openxmlformats.org/officeDocument/2006/relationships/slide" Target="/ppt/slides/slide54.xml" Id="R2b41427f72a94371" /><Relationship Type="http://schemas.openxmlformats.org/officeDocument/2006/relationships/slide" Target="/ppt/slides/slide55.xml" Id="Rc7b2843848bf49c0" /><Relationship Type="http://schemas.openxmlformats.org/officeDocument/2006/relationships/slide" Target="/ppt/slides/slide56.xml" Id="Rf14814fae9124251" /><Relationship Type="http://schemas.openxmlformats.org/officeDocument/2006/relationships/slide" Target="/ppt/slides/slide57.xml" Id="Re8c5f1e9ed3444d6" /><Relationship Type="http://schemas.openxmlformats.org/officeDocument/2006/relationships/slide" Target="/ppt/slides/slide58.xml" Id="R8ebe2bc619d449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69c48cf8a948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Lora Roboto">
      <a:majorFont>
        <a:latin typeface="Lora"/>
        <a:ea typeface=""/>
        <a:cs typeface=""/>
      </a:majorFont>
      <a:minorFont>
        <a:latin typeface="Roboto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864571bef04c6c" /><Relationship Type="http://schemas.openxmlformats.org/officeDocument/2006/relationships/notesMaster" Target="/ppt/notesMasters/notesMaster1.xml" Id="Rbdf71024e7c046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6e9af14c9e40ab" /><Relationship Type="http://schemas.openxmlformats.org/officeDocument/2006/relationships/notesMaster" Target="/ppt/notesMasters/notesMaster1.xml" Id="Rf4c555d9c01648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b3316e96544d54" /><Relationship Type="http://schemas.openxmlformats.org/officeDocument/2006/relationships/notesMaster" Target="/ppt/notesMasters/notesMaster1.xml" Id="R004ac5f5a4ac42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51f8408dfb4895" /><Relationship Type="http://schemas.openxmlformats.org/officeDocument/2006/relationships/notesMaster" Target="/ppt/notesMasters/notesMaster1.xml" Id="R347e5bb6aeec42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9155e1dd154947" /><Relationship Type="http://schemas.openxmlformats.org/officeDocument/2006/relationships/notesMaster" Target="/ppt/notesMasters/notesMaster1.xml" Id="R7f620668e68046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ce1fa64ff14eba" /><Relationship Type="http://schemas.openxmlformats.org/officeDocument/2006/relationships/notesMaster" Target="/ppt/notesMasters/notesMaster1.xml" Id="R088cd2a6685549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d6d4b0309a401c" /><Relationship Type="http://schemas.openxmlformats.org/officeDocument/2006/relationships/notesMaster" Target="/ppt/notesMasters/notesMaster1.xml" Id="Ra9f9f904453a46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61c5a1704448b1" /><Relationship Type="http://schemas.openxmlformats.org/officeDocument/2006/relationships/notesMaster" Target="/ppt/notesMasters/notesMaster1.xml" Id="Ra428096d8cb04a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8b94f9a3bc4c49" /><Relationship Type="http://schemas.openxmlformats.org/officeDocument/2006/relationships/notesMaster" Target="/ppt/notesMasters/notesMaster1.xml" Id="Ra95dea5e78e347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fcfcc420fa4e40" /><Relationship Type="http://schemas.openxmlformats.org/officeDocument/2006/relationships/notesMaster" Target="/ppt/notesMasters/notesMaster1.xml" Id="R37f574b5f8e045c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4ffe01c7b94bf9" /><Relationship Type="http://schemas.openxmlformats.org/officeDocument/2006/relationships/notesMaster" Target="/ppt/notesMasters/notesMaster1.xml" Id="Raf97717175c742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f49707e45c4b4d" /><Relationship Type="http://schemas.openxmlformats.org/officeDocument/2006/relationships/notesMaster" Target="/ppt/notesMasters/notesMaster1.xml" Id="R6b0b958a01f84d4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38750f435b94a9d" /><Relationship Type="http://schemas.openxmlformats.org/officeDocument/2006/relationships/notesMaster" Target="/ppt/notesMasters/notesMaster1.xml" Id="R1b633004203649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0b8999221fe45fa" /><Relationship Type="http://schemas.openxmlformats.org/officeDocument/2006/relationships/notesMaster" Target="/ppt/notesMasters/notesMaster1.xml" Id="R3ce932ce02d04b1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f3e879f2a7e4f2d" /><Relationship Type="http://schemas.openxmlformats.org/officeDocument/2006/relationships/notesMaster" Target="/ppt/notesMasters/notesMaster1.xml" Id="R73d528cea7c1416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d64d66161d74ac2" /><Relationship Type="http://schemas.openxmlformats.org/officeDocument/2006/relationships/notesMaster" Target="/ppt/notesMasters/notesMaster1.xml" Id="R5b2b69581f5046d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53fc7aa8b0447e" /><Relationship Type="http://schemas.openxmlformats.org/officeDocument/2006/relationships/notesMaster" Target="/ppt/notesMasters/notesMaster1.xml" Id="Rfaa7b1cf722c45e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c2e33e563d64da7" /><Relationship Type="http://schemas.openxmlformats.org/officeDocument/2006/relationships/notesMaster" Target="/ppt/notesMasters/notesMaster1.xml" Id="R022872eec4b2420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f35bb337bde4e1f" /><Relationship Type="http://schemas.openxmlformats.org/officeDocument/2006/relationships/notesMaster" Target="/ppt/notesMasters/notesMaster1.xml" Id="R3472ac97c2134d8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92b6a7292354d6b" /><Relationship Type="http://schemas.openxmlformats.org/officeDocument/2006/relationships/notesMaster" Target="/ppt/notesMasters/notesMaster1.xml" Id="R3743fa4b26c745a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b148c493ebe41a7" /><Relationship Type="http://schemas.openxmlformats.org/officeDocument/2006/relationships/notesMaster" Target="/ppt/notesMasters/notesMaster1.xml" Id="R02150b0d885d406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26eca5635c04360" /><Relationship Type="http://schemas.openxmlformats.org/officeDocument/2006/relationships/notesMaster" Target="/ppt/notesMasters/notesMaster1.xml" Id="R53dc73fbe805404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5810bd449d9433c" /><Relationship Type="http://schemas.openxmlformats.org/officeDocument/2006/relationships/notesMaster" Target="/ppt/notesMasters/notesMaster1.xml" Id="R7650f80f391345b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fbef50434164de8" /><Relationship Type="http://schemas.openxmlformats.org/officeDocument/2006/relationships/notesMaster" Target="/ppt/notesMasters/notesMaster1.xml" Id="R39dba50b4514455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81c8e9d88134676" /><Relationship Type="http://schemas.openxmlformats.org/officeDocument/2006/relationships/notesMaster" Target="/ppt/notesMasters/notesMaster1.xml" Id="Re72c9d88c2be4d6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ea67620b3a24282" /><Relationship Type="http://schemas.openxmlformats.org/officeDocument/2006/relationships/notesMaster" Target="/ppt/notesMasters/notesMaster1.xml" Id="R17ab4a8c528049c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520288874c74a54" /><Relationship Type="http://schemas.openxmlformats.org/officeDocument/2006/relationships/notesMaster" Target="/ppt/notesMasters/notesMaster1.xml" Id="R326a238f01b244c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ef402b850e74473" /><Relationship Type="http://schemas.openxmlformats.org/officeDocument/2006/relationships/notesMaster" Target="/ppt/notesMasters/notesMaster1.xml" Id="Re91df6141a70442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7af72fc7eaa4ff6" /><Relationship Type="http://schemas.openxmlformats.org/officeDocument/2006/relationships/notesMaster" Target="/ppt/notesMasters/notesMaster1.xml" Id="R1571a33aeaa4464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94030bcd26b4a5c" /><Relationship Type="http://schemas.openxmlformats.org/officeDocument/2006/relationships/notesMaster" Target="/ppt/notesMasters/notesMaster1.xml" Id="R0f39184267cb4cb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610f85bd0034d21" /><Relationship Type="http://schemas.openxmlformats.org/officeDocument/2006/relationships/notesMaster" Target="/ppt/notesMasters/notesMaster1.xml" Id="R83553a9f38ea40e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89cc03b410b4cb7" /><Relationship Type="http://schemas.openxmlformats.org/officeDocument/2006/relationships/notesMaster" Target="/ppt/notesMasters/notesMaster1.xml" Id="R302fcb09813146a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6025080d2ef4b74" /><Relationship Type="http://schemas.openxmlformats.org/officeDocument/2006/relationships/notesMaster" Target="/ppt/notesMasters/notesMaster1.xml" Id="R14e5f95f04184fd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fd6bca4055b40f8" /><Relationship Type="http://schemas.openxmlformats.org/officeDocument/2006/relationships/notesMaster" Target="/ppt/notesMasters/notesMaster1.xml" Id="R550d8b0a508a499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cf283c155a245b6" /><Relationship Type="http://schemas.openxmlformats.org/officeDocument/2006/relationships/notesMaster" Target="/ppt/notesMasters/notesMaster1.xml" Id="R1c158461282f480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5c241b69ea64d5b" /><Relationship Type="http://schemas.openxmlformats.org/officeDocument/2006/relationships/notesMaster" Target="/ppt/notesMasters/notesMaster1.xml" Id="Rd2cfe1546038499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6badc8fee714b1c" /><Relationship Type="http://schemas.openxmlformats.org/officeDocument/2006/relationships/notesMaster" Target="/ppt/notesMasters/notesMaster1.xml" Id="R1c1597c6180d492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54633ecedc64ca6" /><Relationship Type="http://schemas.openxmlformats.org/officeDocument/2006/relationships/notesMaster" Target="/ppt/notesMasters/notesMaster1.xml" Id="Ra8ed6f53293e466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ff5ab8cff9244b0" /><Relationship Type="http://schemas.openxmlformats.org/officeDocument/2006/relationships/notesMaster" Target="/ppt/notesMasters/notesMaster1.xml" Id="Rab762d31a1c34da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71dcf9ccfb1493e" /><Relationship Type="http://schemas.openxmlformats.org/officeDocument/2006/relationships/notesMaster" Target="/ppt/notesMasters/notesMaster1.xml" Id="Rfbbfacd09a2444e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5aa7f4bc74c43fd" /><Relationship Type="http://schemas.openxmlformats.org/officeDocument/2006/relationships/notesMaster" Target="/ppt/notesMasters/notesMaster1.xml" Id="R11957150717e412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a2f7100623f4260" /><Relationship Type="http://schemas.openxmlformats.org/officeDocument/2006/relationships/notesMaster" Target="/ppt/notesMasters/notesMaster1.xml" Id="Rd999406ccb1e47c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303a3adf8d24a73" /><Relationship Type="http://schemas.openxmlformats.org/officeDocument/2006/relationships/notesMaster" Target="/ppt/notesMasters/notesMaster1.xml" Id="R8591013efe5746d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26a2dcda37b4aaa" /><Relationship Type="http://schemas.openxmlformats.org/officeDocument/2006/relationships/notesMaster" Target="/ppt/notesMasters/notesMaster1.xml" Id="R98a366069efe4624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87e787b24bd472f" /><Relationship Type="http://schemas.openxmlformats.org/officeDocument/2006/relationships/notesMaster" Target="/ppt/notesMasters/notesMaster1.xml" Id="R0fc19d8fd426474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947b22ce9034b63" /><Relationship Type="http://schemas.openxmlformats.org/officeDocument/2006/relationships/notesMaster" Target="/ppt/notesMasters/notesMaster1.xml" Id="R70fec3af0ea8412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4df277a66364d8a" /><Relationship Type="http://schemas.openxmlformats.org/officeDocument/2006/relationships/notesMaster" Target="/ppt/notesMasters/notesMaster1.xml" Id="Raaf394d4d2314d3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fed41bd049d49fb" /><Relationship Type="http://schemas.openxmlformats.org/officeDocument/2006/relationships/notesMaster" Target="/ppt/notesMasters/notesMaster1.xml" Id="Rbb0f88d5f48a415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9a5d304cff445b2" /><Relationship Type="http://schemas.openxmlformats.org/officeDocument/2006/relationships/notesMaster" Target="/ppt/notesMasters/notesMaster1.xml" Id="R48dfa570f93e461f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010a14172364127" /><Relationship Type="http://schemas.openxmlformats.org/officeDocument/2006/relationships/notesMaster" Target="/ppt/notesMasters/notesMaster1.xml" Id="R4c5f6b487735466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097a19fb03f4c57" /><Relationship Type="http://schemas.openxmlformats.org/officeDocument/2006/relationships/notesMaster" Target="/ppt/notesMasters/notesMaster1.xml" Id="Ra9142f0fdafd499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0d4d76172bd4627" /><Relationship Type="http://schemas.openxmlformats.org/officeDocument/2006/relationships/notesMaster" Target="/ppt/notesMasters/notesMaster1.xml" Id="R6af7212cac074975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ab9597a968ae4c78" /><Relationship Type="http://schemas.openxmlformats.org/officeDocument/2006/relationships/notesMaster" Target="/ppt/notesMasters/notesMaster1.xml" Id="Rd983eeefdd4a45cc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a49641f131074340" /><Relationship Type="http://schemas.openxmlformats.org/officeDocument/2006/relationships/notesMaster" Target="/ppt/notesMasters/notesMaster1.xml" Id="R74459ef7a6ab4d4d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bbe91a6172c47cd" /><Relationship Type="http://schemas.openxmlformats.org/officeDocument/2006/relationships/notesMaster" Target="/ppt/notesMasters/notesMaster1.xml" Id="R96d3bf877c20490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c62df99b7b1d4f56" /><Relationship Type="http://schemas.openxmlformats.org/officeDocument/2006/relationships/notesMaster" Target="/ppt/notesMasters/notesMaster1.xml" Id="Ra34b2a9c5bb54081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8f50cf92a164d87" /><Relationship Type="http://schemas.openxmlformats.org/officeDocument/2006/relationships/notesMaster" Target="/ppt/notesMasters/notesMaster1.xml" Id="Rd7c579122c574f6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bd70a4679eda49dd" /><Relationship Type="http://schemas.openxmlformats.org/officeDocument/2006/relationships/notesMaster" Target="/ppt/notesMasters/notesMaster1.xml" Id="R41980ab7e38449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封面。本份簡報只涵蓋單元 00～04，從 Windows 環境準備到第一次本機模型對話。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課程目標：在單元 00～04 完成 Docker、Ollama、Open WebUI 與 gemma3:4b 的基礎串接。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用單元 00～04 說明本次範圍，提醒學生依截圖順序操作。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提醒學生每頁只做一個動作，若畫面不同就停下來核對。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上課前確認設備、網路、空間與操作權限，並說明等待原則。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先展示完成標準，讓學生知道最後要看到的三個結果。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教材下載位置</a:t>
            </a:r>
          </a:p>
          <a:p xmlns:a="http://schemas.openxmlformats.org/drawingml/2006/main">
            <a:r>
              <a:t>在 GitHub 專案頁確認儲存庫名稱；本次只使用單元 00～04。</a:t>
            </a:r>
          </a:p>
          <a:p xmlns:a="http://schemas.openxmlformats.org/drawingml/2006/main">
            <a:r>
              <a:t>來源：C:\Users\ETLAB_NB_202204\Desktop\repo\project-delivery_3LM\images\螢幕擷取畫面 2026-09-14 130723.png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下載 ZIP 教材</a:t>
            </a:r>
          </a:p>
          <a:p xmlns:a="http://schemas.openxmlformats.org/drawingml/2006/main">
            <a:r>
              <a:t>按 Code，選 Download ZIP，將完整教材下載到電腦。</a:t>
            </a:r>
          </a:p>
          <a:p xmlns:a="http://schemas.openxmlformats.org/drawingml/2006/main">
            <a:r>
              <a:t>來源：C:\Users\ETLAB_NB_202204\Desktop\repo\project-delivery_3LM\images\螢幕擷取畫面 2026-09-14 130829.png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找到教材壓縮檔</a:t>
            </a:r>
          </a:p>
          <a:p xmlns:a="http://schemas.openxmlformats.org/drawingml/2006/main">
            <a:r>
              <a:t>在下載資料夾選取 project-delivery_3LM-main.zip。</a:t>
            </a:r>
          </a:p>
          <a:p xmlns:a="http://schemas.openxmlformats.org/drawingml/2006/main">
            <a:r>
              <a:t>來源：C:\Users\ETLAB_NB_202204\Desktop\repo\project-delivery_3LM\images\螢幕擷取畫面 2026-09-14 130930.png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顯示完整右鍵選單</a:t>
            </a:r>
          </a:p>
          <a:p xmlns:a="http://schemas.openxmlformats.org/drawingml/2006/main">
            <a:r>
              <a:t>Windows 11 先選「顯示其他選項」，才能看到 7-Zip。</a:t>
            </a:r>
          </a:p>
          <a:p xmlns:a="http://schemas.openxmlformats.org/drawingml/2006/main">
            <a:r>
              <a:t>來源：C:\Users\ETLAB_NB_202204\Desktop\repo\project-delivery_3LM\images\螢幕擷取畫面 2026-09-14 130931.png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7-Zip 解壓縮</a:t>
            </a:r>
          </a:p>
          <a:p xmlns:a="http://schemas.openxmlformats.org/drawingml/2006/main">
            <a:r>
              <a:t>依序選 7-Zip → 解壓縮至此。</a:t>
            </a:r>
          </a:p>
          <a:p xmlns:a="http://schemas.openxmlformats.org/drawingml/2006/main">
            <a:r>
              <a:t>來源：C:\Users\ETLAB_NB_202204\Desktop\repo\project-delivery_3LM\images\螢幕擷取畫面 2026-09-14 130932.png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確認資料夾已建立</a:t>
            </a:r>
          </a:p>
          <a:p xmlns:a="http://schemas.openxmlformats.org/drawingml/2006/main">
            <a:r>
              <a:t>ZIP 旁出現同名資料夾，代表解壓縮完成。</a:t>
            </a:r>
          </a:p>
          <a:p xmlns:a="http://schemas.openxmlformats.org/drawingml/2006/main">
            <a:r>
              <a:t>來源：C:\Users\ETLAB_NB_202204\Desktop\repo\project-delivery_3LM\images\螢幕擷取畫面 2026-09-14 130933.png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進入教材主資料夾</a:t>
            </a:r>
          </a:p>
          <a:p xmlns:a="http://schemas.openxmlformats.org/drawingml/2006/main">
            <a:r>
              <a:t>本次依序操作單元 00～04；先從「00-課前硬體與環境檢查」開始。</a:t>
            </a:r>
          </a:p>
          <a:p xmlns:a="http://schemas.openxmlformats.org/drawingml/2006/main">
            <a:r>
              <a:t>來源：C:\Users\ETLAB_NB_202204\Desktop\repo\project-delivery_3LM\images\螢幕擷取畫面 2026-09-14 131515.png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執行環境檢查</a:t>
            </a:r>
          </a:p>
          <a:p xmlns:a="http://schemas.openxmlformats.org/drawingml/2006/main">
            <a:r>
              <a:t>在 00 單元中按兩下 00_check-environment。</a:t>
            </a:r>
          </a:p>
          <a:p xmlns:a="http://schemas.openxmlformats.org/drawingml/2006/main">
            <a:r>
              <a:t>來源：C:\Users\ETLAB_NB_202204\Desktop\repo\project-delivery_3LM\images\螢幕擷取畫面 2026-09-14 131537.png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允許安全性警告</a:t>
            </a:r>
          </a:p>
          <a:p xmlns:a="http://schemas.openxmlformats.org/drawingml/2006/main">
            <a:r>
              <a:t>確認檔案來自課程教材後，按「執行」。</a:t>
            </a:r>
          </a:p>
          <a:p xmlns:a="http://schemas.openxmlformats.org/drawingml/2006/main">
            <a:r>
              <a:t>來源：C:\Users\ETLAB_NB_202204\Desktop\repo\project-delivery_3LM\images\螢幕擷取畫面 2026-09-14 131612.png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環境檢查啟動</a:t>
            </a:r>
          </a:p>
          <a:p xmlns:a="http://schemas.openxmlformats.org/drawingml/2006/main">
            <a:r>
              <a:t>黑色視窗出現後先等待，不要關閉。</a:t>
            </a:r>
          </a:p>
          <a:p xmlns:a="http://schemas.openxmlformats.org/drawingml/2006/main">
            <a:r>
              <a:t>來源：C:\Users\ETLAB_NB_202204\Desktop\repo\project-delivery_3LM\images\螢幕擷取畫面 2026-09-14 131626.png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讀懂第一次檢查結果</a:t>
            </a:r>
          </a:p>
          <a:p xmlns:a="http://schemas.openxmlformats.org/drawingml/2006/main">
            <a:r>
              <a:t>綠色 PASS 表示符合；Docker 尚未安裝或執行是此階段的正常狀態。</a:t>
            </a:r>
          </a:p>
          <a:p xmlns:a="http://schemas.openxmlformats.org/drawingml/2006/main">
            <a:r>
              <a:t>來源：C:\Users\ETLAB_NB_202204\Desktop\repo\project-delivery_3LM\images\螢幕擷取畫面 2026-09-14 131638.png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進入 Docker 官方安裝頁</a:t>
            </a:r>
          </a:p>
          <a:p xmlns:a="http://schemas.openxmlformats.org/drawingml/2006/main">
            <a:r>
              <a:t>使用 Docker 官方文件的 Windows 安裝頁。</a:t>
            </a:r>
          </a:p>
          <a:p xmlns:a="http://schemas.openxmlformats.org/drawingml/2006/main">
            <a:r>
              <a:t>來源：C:\Users\ETLAB_NB_202204\Desktop\repo\project-delivery_3LM\images\螢幕擷取畫面 2026-09-14 133328.png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下載 Windows x86_64 安裝程式</a:t>
            </a:r>
          </a:p>
          <a:p xmlns:a="http://schemas.openxmlformats.org/drawingml/2006/main">
            <a:r>
              <a:t>Intel／AMD 一般 Windows 筆電選 x86_64。</a:t>
            </a:r>
          </a:p>
          <a:p xmlns:a="http://schemas.openxmlformats.org/drawingml/2006/main">
            <a:r>
              <a:t>來源：C:\Users\ETLAB_NB_202204\Desktop\repo\project-delivery_3LM\images\螢幕擷取畫面 2026-09-14 133349.png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關閉安裝文件分頁</a:t>
            </a:r>
          </a:p>
          <a:p xmlns:a="http://schemas.openxmlformats.org/drawingml/2006/main">
            <a:r>
              <a:t>下載已開始後，可關閉文件分頁並查看進度。</a:t>
            </a:r>
          </a:p>
          <a:p xmlns:a="http://schemas.openxmlformats.org/drawingml/2006/main">
            <a:r>
              <a:t>來源：C:\Users\ETLAB_NB_202204\Desktop\repo\project-delivery_3LM\images\螢幕擷取畫面 2026-09-14 133437.png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等待安裝程式下載</a:t>
            </a:r>
          </a:p>
          <a:p xmlns:a="http://schemas.openxmlformats.org/drawingml/2006/main">
            <a:r>
              <a:t>檔案約 577 MB；等待下載列顯示完成。</a:t>
            </a:r>
          </a:p>
          <a:p xmlns:a="http://schemas.openxmlformats.org/drawingml/2006/main">
            <a:r>
              <a:t>來源：C:\Users\ETLAB_NB_202204\Desktop\repo\project-delivery_3LM\images\螢幕擷取畫面 2026-09-14 133459.png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開啟下載位置</a:t>
            </a:r>
          </a:p>
          <a:p xmlns:a="http://schemas.openxmlformats.org/drawingml/2006/main">
            <a:r>
              <a:t>下載完成後按資料夾圖示，開啟安裝程式所在位置。</a:t>
            </a:r>
          </a:p>
          <a:p xmlns:a="http://schemas.openxmlformats.org/drawingml/2006/main">
            <a:r>
              <a:t>來源：C:\Users\ETLAB_NB_202204\Desktop\repo\project-delivery_3LM\images\螢幕擷取畫面 2026-09-14 134336.png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啟動 Docker Desktop Installer</a:t>
            </a:r>
          </a:p>
          <a:p xmlns:a="http://schemas.openxmlformats.org/drawingml/2006/main">
            <a:r>
              <a:t>在下載資料夾按兩下 Docker Desktop Installer。</a:t>
            </a:r>
          </a:p>
          <a:p xmlns:a="http://schemas.openxmlformats.org/drawingml/2006/main">
            <a:r>
              <a:t>來源：C:\Users\ETLAB_NB_202204\Desktop\repo\project-delivery_3LM\images\螢幕擷取畫面 2026-09-14 134403.png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選擇每位使用者安裝</a:t>
            </a:r>
          </a:p>
          <a:p xmlns:a="http://schemas.openxmlformats.org/drawingml/2006/main">
            <a:r>
              <a:t>保留建議的 Per-user installation，按 OK。</a:t>
            </a:r>
          </a:p>
          <a:p xmlns:a="http://schemas.openxmlformats.org/drawingml/2006/main">
            <a:r>
              <a:t>來源：C:\Users\ETLAB_NB_202204\Desktop\repo\project-delivery_3LM\images\螢幕擷取畫面 2026-09-14 134429.png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等待解壓縮與安裝</a:t>
            </a:r>
          </a:p>
          <a:p xmlns:a="http://schemas.openxmlformats.org/drawingml/2006/main">
            <a:r>
              <a:t>安裝過程不要關閉視窗。</a:t>
            </a:r>
          </a:p>
          <a:p xmlns:a="http://schemas.openxmlformats.org/drawingml/2006/main">
            <a:r>
              <a:t>來源：C:\Users\ETLAB_NB_202204\Desktop\repo\project-delivery_3LM\images\螢幕擷取畫面 2026-09-14 134436.png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完成 Docker Desktop 安裝</a:t>
            </a:r>
          </a:p>
          <a:p xmlns:a="http://schemas.openxmlformats.org/drawingml/2006/main">
            <a:r>
              <a:t>看到 Installation succeeded 後按 Close。</a:t>
            </a:r>
          </a:p>
          <a:p xmlns:a="http://schemas.openxmlformats.org/drawingml/2006/main">
            <a:r>
              <a:t>來源：C:\Users\ETLAB_NB_202204\Desktop\repo\project-delivery_3LM\images\螢幕擷取畫面 2026-09-14 134457.png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啟動 Docker Desktop</a:t>
            </a:r>
          </a:p>
          <a:p xmlns:a="http://schemas.openxmlformats.org/drawingml/2006/main">
            <a:r>
              <a:t>可從桌面捷徑或開始功能表開啟。</a:t>
            </a:r>
          </a:p>
          <a:p xmlns:a="http://schemas.openxmlformats.org/drawingml/2006/main">
            <a:r>
              <a:t>來源：C:\Users\ETLAB_NB_202204\Desktop\repo\project-delivery_3LM\images\螢幕擷取畫面 2026-09-14 134542.png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接受服務條款</a:t>
            </a:r>
          </a:p>
          <a:p xmlns:a="http://schemas.openxmlformats.org/drawingml/2006/main">
            <a:r>
              <a:t>閱讀條款後按 Accept；大型企業商用可能需要付費方案。</a:t>
            </a:r>
          </a:p>
          <a:p xmlns:a="http://schemas.openxmlformats.org/drawingml/2006/main">
            <a:r>
              <a:t>來源：C:\Users\ETLAB_NB_202204\Desktop\repo\project-delivery_3LM\images\螢幕擷取畫面 2026-09-14 134601.png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略過登入</a:t>
            </a:r>
          </a:p>
          <a:p xmlns:a="http://schemas.openxmlformats.org/drawingml/2006/main">
            <a:r>
              <a:t>本課以本機操作為主，可先按 Skip。</a:t>
            </a:r>
          </a:p>
          <a:p xmlns:a="http://schemas.openxmlformats.org/drawingml/2006/main">
            <a:r>
              <a:t>來源：C:\Users\ETLAB_NB_202204\Desktop\repo\project-delivery_3LM\images\螢幕擷取畫面 2026-09-14 134607.png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確認 Docker Engine 啟動</a:t>
            </a:r>
          </a:p>
          <a:p xmlns:a="http://schemas.openxmlformats.org/drawingml/2006/main">
            <a:r>
              <a:t>左下角顯示 Engine running，表示 Docker Desktop 已準備完成。</a:t>
            </a:r>
          </a:p>
          <a:p xmlns:a="http://schemas.openxmlformats.org/drawingml/2006/main">
            <a:r>
              <a:t>來源：C:\Users\ETLAB_NB_202204\Desktop\repo\project-delivery_3LM\images\螢幕擷取畫面 2026-09-14 134608.png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分支：虛擬化錯誤</a:t>
            </a:r>
          </a:p>
          <a:p xmlns:a="http://schemas.openxmlformats.org/drawingml/2006/main">
            <a:r>
              <a:t>若出現 Virtualization support not detected，才進入此分支；正常者直接前往「重新檢查」。</a:t>
            </a:r>
          </a:p>
          <a:p xmlns:a="http://schemas.openxmlformats.org/drawingml/2006/main">
            <a:r>
              <a:t>來源：C:\Users\ETLAB_NB_202204\Desktop\repo\project-delivery_3LM\images\螢幕擷取畫面 2026-09-14 134632.png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分支：停止 Docker Desktop</a:t>
            </a:r>
          </a:p>
          <a:p xmlns:a="http://schemas.openxmlformats.org/drawingml/2006/main">
            <a:r>
              <a:t>疑難排解時先停止 Docker Desktop，再執行環境修復；正常流程不需要此步驟。</a:t>
            </a:r>
          </a:p>
          <a:p xmlns:a="http://schemas.openxmlformats.org/drawingml/2006/main">
            <a:r>
              <a:t>來源：C:\Users\ETLAB_NB_202204\Desktop\repo\project-delivery_3LM\images\螢幕擷取畫面 2026-09-14 134934.png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重新檢查</a:t>
            </a:r>
          </a:p>
          <a:p xmlns:a="http://schemas.openxmlformats.org/drawingml/2006/main">
            <a:r>
              <a:t>Firmware virtualization、Virtual Machine Platform、WSL 與 hypervisor 都應顯示 Enabled／Running。</a:t>
            </a:r>
          </a:p>
          <a:p xmlns:a="http://schemas.openxmlformats.org/drawingml/2006/main">
            <a:r>
              <a:t>來源：C:\Users\ETLAB_NB_202204\Desktop\repo\project-delivery_3LM\images\螢幕擷取畫面 2026-09-14 154847.png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Resource Saver 模式</a:t>
            </a:r>
          </a:p>
          <a:p xmlns:a="http://schemas.openxmlformats.org/drawingml/2006/main">
            <a:r>
              <a:t>Resource Saver 不等於故障；Docker 閒置時會降低資源使用。</a:t>
            </a:r>
          </a:p>
          <a:p xmlns:a="http://schemas.openxmlformats.org/drawingml/2006/main">
            <a:r>
              <a:t>來源：C:\Users\ETLAB_NB_202204\Desktop\repo\project-delivery_3LM\images\螢幕擷取畫面 2026-09-14 155955.png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進入第 03 單元</a:t>
            </a:r>
          </a:p>
          <a:p xmlns:a="http://schemas.openxmlformats.org/drawingml/2006/main">
            <a:r>
              <a:t>開啟「03-啟動-Ollama-與-Open-WebUI」資料夾。</a:t>
            </a:r>
          </a:p>
          <a:p xmlns:a="http://schemas.openxmlformats.org/drawingml/2006/main">
            <a:r>
              <a:t>來源：C:\Users\ETLAB_NB_202204\Desktop\repo\project-delivery_3LM\images\螢幕擷取畫面 2026-09-14 160501.png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認識第 03 單元檔案</a:t>
            </a:r>
          </a:p>
          <a:p xmlns:a="http://schemas.openxmlformats.org/drawingml/2006/main">
            <a:r>
              <a:t>03_compose.yaml 定義服務；03_service-control 是操作入口。</a:t>
            </a:r>
          </a:p>
          <a:p xmlns:a="http://schemas.openxmlformats.org/drawingml/2006/main">
            <a:r>
              <a:t>來源：C:\Users\ETLAB_NB_202204\Desktop\repo\project-delivery_3LM\images\螢幕擷取畫面 2026-09-14 160516.png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啟動本機 AI 服務</a:t>
            </a:r>
          </a:p>
          <a:p xmlns:a="http://schemas.openxmlformats.org/drawingml/2006/main">
            <a:r>
              <a:t>按兩下服務控制程式，輸入 1 啟動 Ollama 與 Open WebUI。</a:t>
            </a:r>
          </a:p>
          <a:p xmlns:a="http://schemas.openxmlformats.org/drawingml/2006/main">
            <a:r>
              <a:t>來源：C:\Users\ETLAB_NB_202204\Desktop\repo\project-delivery_3LM\images\螢幕擷取畫面 2026-09-14 160541.png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第一次啟動需要等待</a:t>
            </a:r>
          </a:p>
          <a:p xmlns:a="http://schemas.openxmlformats.org/drawingml/2006/main">
            <a:r>
              <a:t>系統會下載容器映像；時間依網路速度而定，視窗保持開啟。</a:t>
            </a:r>
          </a:p>
          <a:p xmlns:a="http://schemas.openxmlformats.org/drawingml/2006/main">
            <a:r>
              <a:t>來源：C:\Users\ETLAB_NB_202204\Desktop\repo\project-delivery_3LM\images\螢幕擷取畫面 2026-09-14 160553.png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服務未就緒時持續檢查</a:t>
            </a:r>
          </a:p>
          <a:p xmlns:a="http://schemas.openxmlformats.org/drawingml/2006/main">
            <a:r>
              <a:t>health: starting 表示仍在啟動。腳本約每 5 秒重查 health 與 HTTP。180 秒只是逾時上限。</a:t>
            </a:r>
          </a:p>
          <a:p xmlns:a="http://schemas.openxmlformats.org/drawingml/2006/main">
            <a:r>
              <a:t>來源：C:/Users/ETLAB_NB_202204/Desktop/repo/project-delivery_3LM/images/螢幕擷取畫面 2026-09-14 174828.png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成功後立即開啟網頁</a:t>
            </a:r>
          </a:p>
          <a:p xmlns:a="http://schemas.openxmlformats.org/drawingml/2006/main">
            <a:r>
              <a:t>一旦 open-webui 顯示 healthy 且 localhost:3000 回傳 HTTP 200，腳本立即開啟瀏覽器，不會等滿 180 秒。</a:t>
            </a:r>
          </a:p>
          <a:p xmlns:a="http://schemas.openxmlformats.org/drawingml/2006/main">
            <a:r>
              <a:t>來源：C:/Users/ETLAB_NB_202204/Desktop/repo/project-delivery_3LM/images/螢幕擷取畫面 2026-09-15 174829.png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瀏覽器自動開啟 Open WebUI</a:t>
            </a:r>
          </a:p>
          <a:p xmlns:a="http://schemas.openxmlformats.org/drawingml/2006/main">
            <a:r>
              <a:t>腳本完成檢查後會自動開啟 localhost:3000。若瀏覽器沒有開啟，再手動輸入網址並按「開始使用」。</a:t>
            </a:r>
          </a:p>
          <a:p xmlns:a="http://schemas.openxmlformats.org/drawingml/2006/main">
            <a:r>
              <a:t>來源：C:\Users\ETLAB_NB_202204\Desktop\repo\project-delivery_3LM\images\螢幕擷取畫面 2026-09-14 174840.png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建立第一個管理員帳號</a:t>
            </a:r>
          </a:p>
          <a:p xmlns:a="http://schemas.openxmlformats.org/drawingml/2006/main">
            <a:r>
              <a:t>第一個註冊帳號會成為管理員；Email 可使用課堂示範格式。</a:t>
            </a:r>
          </a:p>
          <a:p xmlns:a="http://schemas.openxmlformats.org/drawingml/2006/main">
            <a:r>
              <a:t>來源：C:\Users\ETLAB_NB_202204\Desktop\repo\project-delivery_3LM\images\螢幕擷取畫面 2026-09-14 175050.png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進入 Open WebUI</a:t>
            </a:r>
          </a:p>
          <a:p xmlns:a="http://schemas.openxmlformats.org/drawingml/2006/main">
            <a:r>
              <a:t>關閉版本資訊視窗，回到主畫面。</a:t>
            </a:r>
          </a:p>
          <a:p xmlns:a="http://schemas.openxmlformats.org/drawingml/2006/main">
            <a:r>
              <a:t>來源：C:\Users\ETLAB_NB_202204\Desktop\repo\project-delivery_3LM\images\螢幕擷取畫面 2026-09-14 175105.png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尚未安裝可用模型</a:t>
            </a:r>
          </a:p>
          <a:p xmlns:a="http://schemas.openxmlformats.org/drawingml/2006/main">
            <a:r>
              <a:t>模型選單顯示暫無可用模型，下一步到設定下載。</a:t>
            </a:r>
          </a:p>
          <a:p xmlns:a="http://schemas.openxmlformats.org/drawingml/2006/main">
            <a:r>
              <a:t>來源：C:\Users\ETLAB_NB_202204\Desktop\repo\project-delivery_3LM\images\螢幕擷取畫面 2026-09-14 175123.png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開啟個人與管理設定</a:t>
            </a:r>
          </a:p>
          <a:p xmlns:a="http://schemas.openxmlformats.org/drawingml/2006/main">
            <a:r>
              <a:t>按左下角帳號名稱，進入設定與管理介面。</a:t>
            </a:r>
          </a:p>
          <a:p xmlns:a="http://schemas.openxmlformats.org/drawingml/2006/main">
            <a:r>
              <a:t>來源：C:\Users\ETLAB_NB_202204\Desktop\repo\project-delivery_3LM\images\螢幕擷取畫面 2026-09-14 175148.png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進入模型設定</a:t>
            </a:r>
          </a:p>
          <a:p xmlns:a="http://schemas.openxmlformats.org/drawingml/2006/main">
            <a:r>
              <a:t>管理員面板左側選「模型」。</a:t>
            </a:r>
          </a:p>
          <a:p xmlns:a="http://schemas.openxmlformats.org/drawingml/2006/main">
            <a:r>
              <a:t>來源：C:\Users\ETLAB_NB_202204\Desktop\repo\project-delivery_3LM\images\螢幕擷取畫面 2026-09-14 175413.png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開啟 Ollama 模型管理</a:t>
            </a:r>
          </a:p>
          <a:p xmlns:a="http://schemas.openxmlformats.org/drawingml/2006/main">
            <a:r>
              <a:t>右上角依序選「動作」→「管理」。</a:t>
            </a:r>
          </a:p>
          <a:p xmlns:a="http://schemas.openxmlformats.org/drawingml/2006/main">
            <a:r>
              <a:t>來源：C:\Users\ETLAB_NB_202204\Desktop\repo\project-delivery_3LM\images\螢幕擷取畫面 2026-09-14 175539.png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輸入模型標籤</a:t>
            </a:r>
          </a:p>
          <a:p xmlns:a="http://schemas.openxmlformats.org/drawingml/2006/main">
            <a:r>
              <a:t>在 Ollama.com 下載欄輸入 gemma3:4b，按下載。</a:t>
            </a:r>
          </a:p>
          <a:p xmlns:a="http://schemas.openxmlformats.org/drawingml/2006/main">
            <a:r>
              <a:t>來源：C:\Users\ETLAB_NB_202204\Desktop\repo\project-delivery_3LM\images\螢幕擷取畫面 2026-09-14 175557.png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模型下載已開始</a:t>
            </a:r>
          </a:p>
          <a:p xmlns:a="http://schemas.openxmlformats.org/drawingml/2006/main">
            <a:r>
              <a:t>出現模型名稱與進度條後，保持頁面與服務運作。</a:t>
            </a:r>
          </a:p>
          <a:p xmlns:a="http://schemas.openxmlformats.org/drawingml/2006/main">
            <a:r>
              <a:t>來源：C:\Users\ETLAB_NB_202204\Desktop\repo\project-delivery_3LM\images\螢幕擷取畫面 2026-09-14 175608.png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等待大型模型下載</a:t>
            </a:r>
          </a:p>
          <a:p xmlns:a="http://schemas.openxmlformats.org/drawingml/2006/main">
            <a:r>
              <a:t>下載可能需較長時間；百分比持續上升即可。</a:t>
            </a:r>
          </a:p>
          <a:p xmlns:a="http://schemas.openxmlformats.org/drawingml/2006/main">
            <a:r>
              <a:t>來源：C:\Users\ETLAB_NB_202204\Desktop\repo\project-delivery_3LM\images\螢幕擷取畫面 2026-09-14 182023.png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模型下載完成</a:t>
            </a:r>
          </a:p>
          <a:p xmlns:a="http://schemas.openxmlformats.org/drawingml/2006/main">
            <a:r>
              <a:t>進度到 100% 後，等待模型出現在清單。</a:t>
            </a:r>
          </a:p>
          <a:p xmlns:a="http://schemas.openxmlformats.org/drawingml/2006/main">
            <a:r>
              <a:t>來源：C:\Users\ETLAB_NB_202204\Desktop\repo\project-delivery_3LM\images\螢幕擷取畫面 2026-09-14 183355.png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確認模型已加入</a:t>
            </a:r>
          </a:p>
          <a:p xmlns:a="http://schemas.openxmlformats.org/drawingml/2006/main">
            <a:r>
              <a:t>模型清單出現 gemma3:4b，且右側開關已啟用。</a:t>
            </a:r>
          </a:p>
          <a:p xmlns:a="http://schemas.openxmlformats.org/drawingml/2006/main">
            <a:r>
              <a:t>來源：C:\Users\ETLAB_NB_202204\Desktop\repo\project-delivery_3LM\images\螢幕擷取畫面 2026-09-14 183433.png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隱藏 Arena Model</a:t>
            </a:r>
          </a:p>
          <a:p xmlns:a="http://schemas.openxmlformats.org/drawingml/2006/main">
            <a:r>
              <a:t>若不需要 Arena Model，可關閉右側開關，讓選單更單純。</a:t>
            </a:r>
          </a:p>
          <a:p xmlns:a="http://schemas.openxmlformats.org/drawingml/2006/main">
            <a:r>
              <a:t>來源：C:\Users\ETLAB_NB_202204\Desktop\repo\project-delivery_3LM\images\螢幕擷取畫面 2026-09-14 183454.png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依畫面設定模型功能</a:t>
            </a:r>
          </a:p>
          <a:p xmlns:a="http://schemas.openxmlformats.org/drawingml/2006/main">
            <a:r>
              <a:t>將開關設定成與畫面一致：只開啟「記憶」與「顯示即時回應狀態」，再按「儲存並更新」。</a:t>
            </a:r>
          </a:p>
          <a:p xmlns:a="http://schemas.openxmlformats.org/drawingml/2006/main">
            <a:r>
              <a:t>來源：C:\Users\ETLAB_NB_202204\Desktop\repo\project-delivery_3LM\images\螢幕擷取畫面 2026-09-14 183455.png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 gemma3:4b</a:t>
            </a:r>
          </a:p>
          <a:p xmlns:a="http://schemas.openxmlformats.org/drawingml/2006/main">
            <a:r>
              <a:t>回到對話首頁，從模型選單選 gemma3:4b。</a:t>
            </a:r>
          </a:p>
          <a:p xmlns:a="http://schemas.openxmlformats.org/drawingml/2006/main">
            <a:r>
              <a:t>來源：C:\Users\ETLAB_NB_202204\Desktop\repo\project-delivery_3LM\images\螢幕擷取畫面 2026-09-14 183522.png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完成第一次本機對話</a:t>
            </a:r>
          </a:p>
          <a:p xmlns:a="http://schemas.openxmlformats.org/drawingml/2006/main">
            <a:r>
              <a:t>輸入簡單測試句並確認模型能回覆；語言風格可用系統提示詞再調整。</a:t>
            </a:r>
          </a:p>
          <a:p xmlns:a="http://schemas.openxmlformats.org/drawingml/2006/main">
            <a:r>
              <a:t>來源：C:\Users\ETLAB_NB_202204\Desktop\repo\project-delivery_3LM\images\螢幕擷取畫面 2026-09-14 184259.png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下次開機的建議流程。Compose 使用 restart: unless-stopped。即使容器已自行恢復，執行腳本並選擇 1 仍可完成健康檢查並自動開啟網頁。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總結單元 00～04 的實作成果；本份簡報不預告後續單元。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cdc35eb5d245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bde2ab78f14ce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35eb389ae84d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4cc4c143641a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eb4d007d8498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b91e13fbd4430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9daaf87e374a0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1634adbd0a44cb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d7ef78fa274760" /><Relationship Type="http://schemas.openxmlformats.org/officeDocument/2006/relationships/slideLayout" Target="/ppt/slideLayouts/slideLayout1.xml" Id="Ra8717405bea5474a" /><Relationship Type="http://schemas.openxmlformats.org/officeDocument/2006/relationships/slideLayout" Target="/ppt/slideLayouts/slideLayout2.xml" Id="R073cfad2cd6b406b" /><Relationship Type="http://schemas.openxmlformats.org/officeDocument/2006/relationships/slideLayout" Target="/ppt/slideLayouts/slideLayout3.xml" Id="R54b113b3e34e4fb4" /><Relationship Type="http://schemas.openxmlformats.org/officeDocument/2006/relationships/slideLayout" Target="/ppt/slideLayouts/slideLayout4.xml" Id="R9ce0dad21c064e53" /><Relationship Type="http://schemas.openxmlformats.org/officeDocument/2006/relationships/slideLayout" Target="/ppt/slideLayouts/slideLayout5.xml" Id="R8d293e29f4674fc6" /><Relationship Type="http://schemas.openxmlformats.org/officeDocument/2006/relationships/slideLayout" Target="/ppt/slideLayouts/slideLayout6.xml" Id="R0517ab6b5ae845cb" /><Relationship Type="http://schemas.openxmlformats.org/officeDocument/2006/relationships/slideLayout" Target="/ppt/slideLayouts/slideLayout7.xml" Id="R4b946c7d199c4566" /><Relationship Type="http://schemas.openxmlformats.org/officeDocument/2006/relationships/slideLayout" Target="/ppt/slideLayouts/slideLayout8.xml" Id="R99258fa9c16d4e1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17405bea5474a"/>
    <p:sldLayoutId xmlns:r="http://schemas.openxmlformats.org/officeDocument/2006/relationships" id="2147483650" r:id="R073cfad2cd6b406b"/>
    <p:sldLayoutId xmlns:r="http://schemas.openxmlformats.org/officeDocument/2006/relationships" id="2147483651" r:id="R54b113b3e34e4fb4"/>
    <p:sldLayoutId xmlns:r="http://schemas.openxmlformats.org/officeDocument/2006/relationships" id="2147483652" r:id="R9ce0dad21c064e53"/>
    <p:sldLayoutId xmlns:r="http://schemas.openxmlformats.org/officeDocument/2006/relationships" id="2147483653" r:id="R8d293e29f4674fc6"/>
    <p:sldLayoutId xmlns:r="http://schemas.openxmlformats.org/officeDocument/2006/relationships" id="2147483654" r:id="R0517ab6b5ae845cb"/>
    <p:sldLayoutId xmlns:r="http://schemas.openxmlformats.org/officeDocument/2006/relationships" id="2147483655" r:id="R4b946c7d199c4566"/>
    <p:sldLayoutId xmlns:r="http://schemas.openxmlformats.org/officeDocument/2006/relationships" id="2147483656" r:id="R99258fa9c16d4e17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Lora Roboto">
      <a:majorFont>
        <a:latin typeface="Lora"/>
        <a:ea typeface=""/>
        <a:cs typeface=""/>
      </a:majorFont>
      <a:minorFont>
        <a:latin typeface="Roboto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6cce36820c64906" /><Relationship Type="http://schemas.openxmlformats.org/officeDocument/2006/relationships/notesSlide" Target="/ppt/notesSlides/notesSlide1.xml" Id="R124989331bf448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21a37616905a485a" /><Relationship Type="http://schemas.openxmlformats.org/officeDocument/2006/relationships/notesSlide" Target="/ppt/notesSlides/notesSlide2.xml" Id="Ra52e424d123e40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864299bd67948a6" /><Relationship Type="http://schemas.openxmlformats.org/officeDocument/2006/relationships/notesSlide" Target="/ppt/notesSlides/notesSlide3.xml" Id="Red71b6ea066b48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4dcd185758148cc" /><Relationship Type="http://schemas.openxmlformats.org/officeDocument/2006/relationships/notesSlide" Target="/ppt/notesSlides/notesSlide4.xml" Id="Rdaa48a9140a24f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0ec477e2c67a4099" /><Relationship Type="http://schemas.openxmlformats.org/officeDocument/2006/relationships/notesSlide" Target="/ppt/notesSlides/notesSlide5.xml" Id="R65baa07fcd9444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2f0700cf0ddf4291" /><Relationship Type="http://schemas.openxmlformats.org/officeDocument/2006/relationships/notesSlide" Target="/ppt/notesSlides/notesSlide6.xml" Id="R8beaf135e9774d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bc11d40959f46f7" /><Relationship Type="http://schemas.openxmlformats.org/officeDocument/2006/relationships/image" Target="/ppt/media/image.png" Id="R9e2cb2f6bd104e41" /><Relationship Type="http://schemas.openxmlformats.org/officeDocument/2006/relationships/notesSlide" Target="/ppt/notesSlides/notesSlide7.xml" Id="R77d05bbedaf143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f696e62371d4359" /><Relationship Type="http://schemas.openxmlformats.org/officeDocument/2006/relationships/image" Target="/ppt/media/image2.png" Id="R447a6dadde8148ba" /><Relationship Type="http://schemas.openxmlformats.org/officeDocument/2006/relationships/notesSlide" Target="/ppt/notesSlides/notesSlide8.xml" Id="R792d468516384d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1e10771e7bd402d" /><Relationship Type="http://schemas.openxmlformats.org/officeDocument/2006/relationships/image" Target="/ppt/media/image3.png" Id="Rab0ad8989b274c94" /><Relationship Type="http://schemas.openxmlformats.org/officeDocument/2006/relationships/notesSlide" Target="/ppt/notesSlides/notesSlide9.xml" Id="R56f661f055704f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dd0ef0d969d4d1e" /><Relationship Type="http://schemas.openxmlformats.org/officeDocument/2006/relationships/image" Target="/ppt/media/image4.png" Id="Raaf6a4d898a8478c" /><Relationship Type="http://schemas.openxmlformats.org/officeDocument/2006/relationships/notesSlide" Target="/ppt/notesSlides/notesSlide10.xml" Id="Rc17ebd106adf40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3a4bb0fac7b406b" /><Relationship Type="http://schemas.openxmlformats.org/officeDocument/2006/relationships/image" Target="/ppt/media/image5.png" Id="R34e29eda68cf4211" /><Relationship Type="http://schemas.openxmlformats.org/officeDocument/2006/relationships/notesSlide" Target="/ppt/notesSlides/notesSlide11.xml" Id="R4a0ff0735f1f4d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0bbd1420d214ff8" /><Relationship Type="http://schemas.openxmlformats.org/officeDocument/2006/relationships/image" Target="/ppt/media/image6.png" Id="Ra8b0e1b231a04a6e" /><Relationship Type="http://schemas.openxmlformats.org/officeDocument/2006/relationships/notesSlide" Target="/ppt/notesSlides/notesSlide12.xml" Id="Rcb02d8267f1648d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d3a7c6d7ae89466d" /><Relationship Type="http://schemas.openxmlformats.org/officeDocument/2006/relationships/image" Target="/ppt/media/image7.png" Id="Ra65e666d90024b04" /><Relationship Type="http://schemas.openxmlformats.org/officeDocument/2006/relationships/notesSlide" Target="/ppt/notesSlides/notesSlide13.xml" Id="Raabe9302471c4d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3167e9919e39417f" /><Relationship Type="http://schemas.openxmlformats.org/officeDocument/2006/relationships/image" Target="/ppt/media/image8.png" Id="Rb4623396c7e540ff" /><Relationship Type="http://schemas.openxmlformats.org/officeDocument/2006/relationships/notesSlide" Target="/ppt/notesSlides/notesSlide14.xml" Id="R85e47ebe067a451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1213865e3df4181" /><Relationship Type="http://schemas.openxmlformats.org/officeDocument/2006/relationships/image" Target="/ppt/media/image9.png" Id="Rabda9fd6ef974bef" /><Relationship Type="http://schemas.openxmlformats.org/officeDocument/2006/relationships/notesSlide" Target="/ppt/notesSlides/notesSlide15.xml" Id="R953e471aa7eb4dd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c1be449507246f5" /><Relationship Type="http://schemas.openxmlformats.org/officeDocument/2006/relationships/image" Target="/ppt/media/image10.png" Id="Rfcbf6cf0d54f4bc5" /><Relationship Type="http://schemas.openxmlformats.org/officeDocument/2006/relationships/notesSlide" Target="/ppt/notesSlides/notesSlide16.xml" Id="Rece9d1785a1b4ed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e14591d83664d2d" /><Relationship Type="http://schemas.openxmlformats.org/officeDocument/2006/relationships/image" Target="/ppt/media/image11.png" Id="R11e3dfabf5fd483f" /><Relationship Type="http://schemas.openxmlformats.org/officeDocument/2006/relationships/notesSlide" Target="/ppt/notesSlides/notesSlide17.xml" Id="R9ff004c2f8654c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4c4220997c54149" /><Relationship Type="http://schemas.openxmlformats.org/officeDocument/2006/relationships/image" Target="/ppt/media/image12.png" Id="R8d489cc13b2e43a6" /><Relationship Type="http://schemas.openxmlformats.org/officeDocument/2006/relationships/notesSlide" Target="/ppt/notesSlides/notesSlide18.xml" Id="R52092a6165d1453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2302c1b94d04387" /><Relationship Type="http://schemas.openxmlformats.org/officeDocument/2006/relationships/image" Target="/ppt/media/image13.png" Id="R6208da855d4f41ab" /><Relationship Type="http://schemas.openxmlformats.org/officeDocument/2006/relationships/notesSlide" Target="/ppt/notesSlides/notesSlide19.xml" Id="Ra14c2c312366447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8920fe9dbcd4294" /><Relationship Type="http://schemas.openxmlformats.org/officeDocument/2006/relationships/image" Target="/ppt/media/image14.png" Id="Rb73230fb23f14a78" /><Relationship Type="http://schemas.openxmlformats.org/officeDocument/2006/relationships/notesSlide" Target="/ppt/notesSlides/notesSlide20.xml" Id="R1cf279385764478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a046127f49634daa" /><Relationship Type="http://schemas.openxmlformats.org/officeDocument/2006/relationships/image" Target="/ppt/media/image15.png" Id="Racaf71b7e86e4cb7" /><Relationship Type="http://schemas.openxmlformats.org/officeDocument/2006/relationships/notesSlide" Target="/ppt/notesSlides/notesSlide21.xml" Id="Rba3804b9b618413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b2b0baa9d3c479e" /><Relationship Type="http://schemas.openxmlformats.org/officeDocument/2006/relationships/image" Target="/ppt/media/image16.png" Id="R5519b21ffd6b471c" /><Relationship Type="http://schemas.openxmlformats.org/officeDocument/2006/relationships/notesSlide" Target="/ppt/notesSlides/notesSlide22.xml" Id="Rcea4ba2f3c634b0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154f5785be94d34" /><Relationship Type="http://schemas.openxmlformats.org/officeDocument/2006/relationships/image" Target="/ppt/media/image17.png" Id="Re49bb27855124fab" /><Relationship Type="http://schemas.openxmlformats.org/officeDocument/2006/relationships/notesSlide" Target="/ppt/notesSlides/notesSlide23.xml" Id="R8b811ff3c36c41e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27cecf8426a04953" /><Relationship Type="http://schemas.openxmlformats.org/officeDocument/2006/relationships/image" Target="/ppt/media/image18.png" Id="R905a056fc3f74469" /><Relationship Type="http://schemas.openxmlformats.org/officeDocument/2006/relationships/notesSlide" Target="/ppt/notesSlides/notesSlide24.xml" Id="R95d710a4ecb0496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a687e6a61864890" /><Relationship Type="http://schemas.openxmlformats.org/officeDocument/2006/relationships/image" Target="/ppt/media/image19.png" Id="Ra8c0f345480a4957" /><Relationship Type="http://schemas.openxmlformats.org/officeDocument/2006/relationships/notesSlide" Target="/ppt/notesSlides/notesSlide25.xml" Id="R703753931f6d4b0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e9a2910b86848cd" /><Relationship Type="http://schemas.openxmlformats.org/officeDocument/2006/relationships/image" Target="/ppt/media/image20.png" Id="R5bf3a4c94e1b40f6" /><Relationship Type="http://schemas.openxmlformats.org/officeDocument/2006/relationships/notesSlide" Target="/ppt/notesSlides/notesSlide26.xml" Id="R52ce659d3f614b5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d23c51f7650437c" /><Relationship Type="http://schemas.openxmlformats.org/officeDocument/2006/relationships/image" Target="/ppt/media/image21.png" Id="R2ecb59a967f54543" /><Relationship Type="http://schemas.openxmlformats.org/officeDocument/2006/relationships/notesSlide" Target="/ppt/notesSlides/notesSlide27.xml" Id="R8b3cfd5590bf4f6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0ff49559e214a00" /><Relationship Type="http://schemas.openxmlformats.org/officeDocument/2006/relationships/image" Target="/ppt/media/image22.png" Id="R7e9a64c8960a4402" /><Relationship Type="http://schemas.openxmlformats.org/officeDocument/2006/relationships/notesSlide" Target="/ppt/notesSlides/notesSlide28.xml" Id="R726aa56d63a34c4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f32c7cc8c7d4536" /><Relationship Type="http://schemas.openxmlformats.org/officeDocument/2006/relationships/image" Target="/ppt/media/image23.png" Id="R846b0bbb6eb24c52" /><Relationship Type="http://schemas.openxmlformats.org/officeDocument/2006/relationships/notesSlide" Target="/ppt/notesSlides/notesSlide29.xml" Id="R83d3e3de4c7843c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bc6d1620eb444aa" /><Relationship Type="http://schemas.openxmlformats.org/officeDocument/2006/relationships/image" Target="/ppt/media/image24.png" Id="Re969bdd2960940ee" /><Relationship Type="http://schemas.openxmlformats.org/officeDocument/2006/relationships/notesSlide" Target="/ppt/notesSlides/notesSlide30.xml" Id="Rebba248bf9df4d5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e119fb7bdbd4aa0" /><Relationship Type="http://schemas.openxmlformats.org/officeDocument/2006/relationships/image" Target="/ppt/media/image25.png" Id="Re350cbf1da7c4d31" /><Relationship Type="http://schemas.openxmlformats.org/officeDocument/2006/relationships/notesSlide" Target="/ppt/notesSlides/notesSlide31.xml" Id="Reaf4c9a535da4d0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9a28f35863648d2" /><Relationship Type="http://schemas.openxmlformats.org/officeDocument/2006/relationships/image" Target="/ppt/media/image26.png" Id="Rc04e3dbc66964506" /><Relationship Type="http://schemas.openxmlformats.org/officeDocument/2006/relationships/notesSlide" Target="/ppt/notesSlides/notesSlide32.xml" Id="Rb589d83a4a464ea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ddcca02c4c7d442c" /><Relationship Type="http://schemas.openxmlformats.org/officeDocument/2006/relationships/image" Target="/ppt/media/image27.png" Id="R5db057c42e9443bc" /><Relationship Type="http://schemas.openxmlformats.org/officeDocument/2006/relationships/notesSlide" Target="/ppt/notesSlides/notesSlide33.xml" Id="R73b03073ccab4ce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c58d645893aa48a1" /><Relationship Type="http://schemas.openxmlformats.org/officeDocument/2006/relationships/image" Target="/ppt/media/image28.png" Id="Rb6501e9afda84c73" /><Relationship Type="http://schemas.openxmlformats.org/officeDocument/2006/relationships/notesSlide" Target="/ppt/notesSlides/notesSlide34.xml" Id="Rbc40f9f2c43a4b2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8498436509f4a70" /><Relationship Type="http://schemas.openxmlformats.org/officeDocument/2006/relationships/image" Target="/ppt/media/image29.png" Id="R1fe3462132ff4c4e" /><Relationship Type="http://schemas.openxmlformats.org/officeDocument/2006/relationships/notesSlide" Target="/ppt/notesSlides/notesSlide35.xml" Id="R7054352c9818464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3a351befc2e340f6" /><Relationship Type="http://schemas.openxmlformats.org/officeDocument/2006/relationships/image" Target="/ppt/media/image30.png" Id="R0bec8e4919244722" /><Relationship Type="http://schemas.openxmlformats.org/officeDocument/2006/relationships/notesSlide" Target="/ppt/notesSlides/notesSlide36.xml" Id="R0fd22c755dca49e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3cbbbeffe134af0" /><Relationship Type="http://schemas.openxmlformats.org/officeDocument/2006/relationships/image" Target="/ppt/media/image31.png" Id="R54007962b3c54a1d" /><Relationship Type="http://schemas.openxmlformats.org/officeDocument/2006/relationships/notesSlide" Target="/ppt/notesSlides/notesSlide37.xml" Id="R93f5083169984ea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0d191e9bb6544403" /><Relationship Type="http://schemas.openxmlformats.org/officeDocument/2006/relationships/image" Target="/ppt/media/image32.png" Id="R1e14d19bcc484dd5" /><Relationship Type="http://schemas.openxmlformats.org/officeDocument/2006/relationships/notesSlide" Target="/ppt/notesSlides/notesSlide38.xml" Id="Ra29fefa7b1624e2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301ef4722314f99" /><Relationship Type="http://schemas.openxmlformats.org/officeDocument/2006/relationships/image" Target="/ppt/media/image33.png" Id="R16f999670f174e90" /><Relationship Type="http://schemas.openxmlformats.org/officeDocument/2006/relationships/notesSlide" Target="/ppt/notesSlides/notesSlide39.xml" Id="R24b0ded4d84a489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7184d9f853c4392" /><Relationship Type="http://schemas.openxmlformats.org/officeDocument/2006/relationships/image" Target="/ppt/media/image34.png" Id="R9e3074525e0a4061" /><Relationship Type="http://schemas.openxmlformats.org/officeDocument/2006/relationships/notesSlide" Target="/ppt/notesSlides/notesSlide40.xml" Id="R56637c945a9745e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76fb755707548ea" /><Relationship Type="http://schemas.openxmlformats.org/officeDocument/2006/relationships/image" Target="/ppt/media/image35.png" Id="R840a5ea70edb4fb0" /><Relationship Type="http://schemas.openxmlformats.org/officeDocument/2006/relationships/notesSlide" Target="/ppt/notesSlides/notesSlide41.xml" Id="Rc6043fd3e8424e9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2cc3c8c1e33f49bd" /><Relationship Type="http://schemas.openxmlformats.org/officeDocument/2006/relationships/image" Target="/ppt/media/image36.png" Id="R5a29145161e1472a" /><Relationship Type="http://schemas.openxmlformats.org/officeDocument/2006/relationships/notesSlide" Target="/ppt/notesSlides/notesSlide42.xml" Id="R629329510855401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c117e5635fc14230" /><Relationship Type="http://schemas.openxmlformats.org/officeDocument/2006/relationships/image" Target="/ppt/media/image37.png" Id="Ra1f3e935e6da40b2" /><Relationship Type="http://schemas.openxmlformats.org/officeDocument/2006/relationships/notesSlide" Target="/ppt/notesSlides/notesSlide43.xml" Id="R9125e7d0529f494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a733f08c18174944" /><Relationship Type="http://schemas.openxmlformats.org/officeDocument/2006/relationships/image" Target="/ppt/media/image38.png" Id="Rf666923c7c3a4b7b" /><Relationship Type="http://schemas.openxmlformats.org/officeDocument/2006/relationships/notesSlide" Target="/ppt/notesSlides/notesSlide44.xml" Id="Rc2b48a8f1f8f434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b43ba78a23a4a3d" /><Relationship Type="http://schemas.openxmlformats.org/officeDocument/2006/relationships/image" Target="/ppt/media/image39.png" Id="R578ec8be4b3c46a6" /><Relationship Type="http://schemas.openxmlformats.org/officeDocument/2006/relationships/notesSlide" Target="/ppt/notesSlides/notesSlide45.xml" Id="R41f62dafd2b6432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630d64ca5ef421b" /><Relationship Type="http://schemas.openxmlformats.org/officeDocument/2006/relationships/image" Target="/ppt/media/image40.png" Id="Rf68a4407f79940e9" /><Relationship Type="http://schemas.openxmlformats.org/officeDocument/2006/relationships/notesSlide" Target="/ppt/notesSlides/notesSlide46.xml" Id="R35b1a73c939c490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050e89cb6f84eaf" /><Relationship Type="http://schemas.openxmlformats.org/officeDocument/2006/relationships/image" Target="/ppt/media/image41.png" Id="R28e530b209dc4215" /><Relationship Type="http://schemas.openxmlformats.org/officeDocument/2006/relationships/notesSlide" Target="/ppt/notesSlides/notesSlide47.xml" Id="R3bed28a49ee946f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3f84043434924419" /><Relationship Type="http://schemas.openxmlformats.org/officeDocument/2006/relationships/image" Target="/ppt/media/image42.png" Id="R68ab77700abd43e4" /><Relationship Type="http://schemas.openxmlformats.org/officeDocument/2006/relationships/notesSlide" Target="/ppt/notesSlides/notesSlide48.xml" Id="Rb15bde06a355498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b26449606ab4eba" /><Relationship Type="http://schemas.openxmlformats.org/officeDocument/2006/relationships/image" Target="/ppt/media/image43.png" Id="Raa52967514a748ca" /><Relationship Type="http://schemas.openxmlformats.org/officeDocument/2006/relationships/notesSlide" Target="/ppt/notesSlides/notesSlide49.xml" Id="R358ed8cf4d5e4659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14d9db1218742e4" /><Relationship Type="http://schemas.openxmlformats.org/officeDocument/2006/relationships/image" Target="/ppt/media/image44.png" Id="R7bf779f350c24471" /><Relationship Type="http://schemas.openxmlformats.org/officeDocument/2006/relationships/notesSlide" Target="/ppt/notesSlides/notesSlide50.xml" Id="R057aeb2598a4470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a7503516380b48a3" /><Relationship Type="http://schemas.openxmlformats.org/officeDocument/2006/relationships/image" Target="/ppt/media/image45.png" Id="R5ba14c97d1e04808" /><Relationship Type="http://schemas.openxmlformats.org/officeDocument/2006/relationships/notesSlide" Target="/ppt/notesSlides/notesSlide51.xml" Id="R5c383639650f4ce3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1022af4837f44eb" /><Relationship Type="http://schemas.openxmlformats.org/officeDocument/2006/relationships/image" Target="/ppt/media/image46.png" Id="R20e3214614d34e1a" /><Relationship Type="http://schemas.openxmlformats.org/officeDocument/2006/relationships/notesSlide" Target="/ppt/notesSlides/notesSlide52.xml" Id="Rbc56f1f25185476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6146b08a8dd4a93" /><Relationship Type="http://schemas.openxmlformats.org/officeDocument/2006/relationships/image" Target="/ppt/media/image47.png" Id="Rbff3baf4ba3e4dc9" /><Relationship Type="http://schemas.openxmlformats.org/officeDocument/2006/relationships/notesSlide" Target="/ppt/notesSlides/notesSlide53.xml" Id="R75772d36216644ab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d9fcf91d3b6b49d3" /><Relationship Type="http://schemas.openxmlformats.org/officeDocument/2006/relationships/image" Target="/ppt/media/image48.png" Id="R476b8f52377748b6" /><Relationship Type="http://schemas.openxmlformats.org/officeDocument/2006/relationships/notesSlide" Target="/ppt/notesSlides/notesSlide54.xml" Id="R200f638cc02341ed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da1a300021744f9" /><Relationship Type="http://schemas.openxmlformats.org/officeDocument/2006/relationships/image" Target="/ppt/media/image49.png" Id="Rdc4040bf3725450c" /><Relationship Type="http://schemas.openxmlformats.org/officeDocument/2006/relationships/notesSlide" Target="/ppt/notesSlides/notesSlide55.xml" Id="R3d0ae6f24234423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ea9095e18644ea0" /><Relationship Type="http://schemas.openxmlformats.org/officeDocument/2006/relationships/image" Target="/ppt/media/image50.png" Id="R5c92644fb33b4606" /><Relationship Type="http://schemas.openxmlformats.org/officeDocument/2006/relationships/notesSlide" Target="/ppt/notesSlides/notesSlide56.xml" Id="R4b9c024896cd46d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33f34ef817046e9" /><Relationship Type="http://schemas.openxmlformats.org/officeDocument/2006/relationships/notesSlide" Target="/ppt/notesSlides/notesSlide57.xml" Id="R1143828e98e24df0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d38902c520f4763" /><Relationship Type="http://schemas.openxmlformats.org/officeDocument/2006/relationships/notesSlide" Target="/ppt/notesSlides/notesSlide58.xml" Id="Rc109d0d8124e4d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75671B-D489-40A3-97B9-4BB3BF01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課堂操作簡報｜單元 00～04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0E7FB-9C57-405C-9C4C-F12E183A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Windows 11</a:t>
            </a:r>
          </a:p>
          <a:p xmlns:a="http://schemas.openxmlformats.org/drawingml/2006/main">
            <a:pPr algn="ctr">
              <a:defRPr sz="5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地端 AI 建置實作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1D338B-CA92-477A-ACEA-10619928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從環境檢查，到 gemma3:4b 的第一段本機對話</a:t>
            </a:r>
          </a:p>
        </p:txBody>
      </p:sp>
    </p:spTree>
    <p:extLst>
      <p:ext uri="{BB962C8B-B14F-4D97-AF65-F5344CB8AC3E}">
        <p14:creationId xmlns:p14="http://schemas.microsoft.com/office/powerpoint/2010/main" val="32587833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91673-CEC9-4E1A-AEF4-7A0FF262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課程目標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E4173-8E0B-49A7-B768-3B1C8E12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04950"/>
            <a:ext cx="9525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在自己的電腦上</a:t>
            </a:r>
          </a:p>
          <a:p xmlns:a="http://schemas.openxmlformats.org/drawingml/2006/main">
            <a:pPr algn="ctr">
              <a:defRPr sz="39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9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啟動一套可對話的地端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15BC7-FF93-4453-B1B4-96AADA9E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800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完成後，瀏覽器會連到 Open WebUI，並由本機的 gemma3:4b 產生回覆。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98534-FB40-4BD2-9DDF-EF13D48E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577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本份教材範圍：單元 00～04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AB21C-CD1F-4CBB-8761-FCFA3E6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A34D4-3650-4374-B0D5-549D9381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A370BE-20CC-4F52-BBBB-25FDA944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單元 00～04 的操作路線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E6D08-280D-4F96-9267-572CDBA7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809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每一張截圖只處理一個動作，依序完成即可。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5041F8-3000-4E58-876B-C2381757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C8C86-73F4-4FE2-9E07-B20D51E8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1145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課前檢查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6545A-4B43-45CF-9E37-A0F1849B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552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Windows、WSL、虛擬化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3C3EA-89ED-4FBE-BEF9-E49651CD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95500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A7318-539E-48A8-9CAE-B5793B12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145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基本觀念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B1656-6187-4506-A894-8B232B17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52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地端 AI、模型與服務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5AA1D-E24A-4C93-8BEC-63167A64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95500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D8917-66CE-489E-84BE-C3BC958C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1145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安裝環境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BDE9A-E83C-4C62-B3EA-B3BA931B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52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Docker Desktop + WSL2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6C625-AE22-44BE-9233-6DBA30B8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48125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0926E-0C97-4B47-9036-9D9D251E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6717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啟動服務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1BEE6A-F930-4ACE-A3CF-E9E8D9D2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053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Ollama + Open WebUI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B6BC9A-909C-4C89-A7C1-C2AAF956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48125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CC2DD9-B64D-4413-BFB3-51DFEA02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6717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本機對話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8EB819-6E05-4259-96A4-09ACE2FD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053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gemma3:4b 與第一次回覆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A16EE-098B-4236-8601-5163402D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77A57-67CB-449F-903B-CE4F3A1A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32F783-DD4B-4B6F-AF24-F3D0875B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投影時的閱讀方式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2EEA89-65F5-4665-A9FD-403C7DEE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5238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一張截圖，只講一個動作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3B58D1-F05D-441F-BA9E-39A1772A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3370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先找畫面中的位置，再執行動作，最後核對結果。</a:t>
            </a:r>
          </a:p>
          <a:p xmlns:a="http://schemas.openxmlformats.org/drawingml/2006/main">
            <a:pPr algn="l">
              <a:defRPr sz="18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畫面不一樣時先停下來，不要連續點選。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1A923-97C9-4407-A827-8C6D8A88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097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看位置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F0670-692D-4C05-A1BA-FDACD5F3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0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0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66FD7-186F-493A-B2BD-59C7FF45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861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做動作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BB2F0-D95C-4102-B422-596E082E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528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0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0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3BAF4-F0DC-4596-A80B-0198C6AC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624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對結果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A57EC-D5BD-412B-B579-6E818AA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FD183-EDE3-44BB-BA58-4B328F28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2456707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11FDC-21A0-4C51-B22F-1F477910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開始前先確認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BE92A-4B44-4202-B776-5010E508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準備條件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018B0-9D1E-495A-8A10-A1DB3CF2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Windows 11 電腦</a:t>
            </a:r>
          </a:p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穩定網路</a:t>
            </a:r>
          </a:p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至少 50 GB 可用磁碟空間</a:t>
            </a:r>
          </a:p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可在需要時輸入系統管理員密碼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C5565-BE51-43C4-A8F4-5BF5A98E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764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操作原則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8A105-2613-49CA-93E0-F97F97E3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2410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第一次下載會比較久</a:t>
            </a:r>
          </a:p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終端機執行時不要關閉</a:t>
            </a:r>
          </a:p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錯誤畫面先截圖再處理</a:t>
            </a:r>
          </a:p>
          <a:p xmlns:a="http://schemas.openxmlformats.org/drawingml/2006/main">
            <a:pPr algn="l">
              <a:def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完成一頁，再進到下一頁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A625B-F77A-4122-B81A-5CFB81E4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733C2-5C55-4197-ADA9-EB8BFE8F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C020FE-BA8F-46B5-BDFF-C21A102B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單元 00～04 的完成標準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613AB-57B3-48F1-BD03-4CAC94C9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做到這三件事，就完成本次實作。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77CF96-F946-4505-A0E9-BA911DCC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95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B4924-09B3-4C0E-B68B-50E7B2E3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Docker Engine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A5608-E902-4D48-A5D8-48B0CA2B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48125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狀態顯示 running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00B71-CA8F-4B31-9A49-80794DC4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24100"/>
            <a:ext cx="95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FD560-6837-4FD8-BBFA-531CC1A8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Ollama + Open WebUI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10280-4C23-4D6F-9C9B-2931FB7A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48125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服務成功啟動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2A011D-BB57-4281-96C0-03999E6B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95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944679-84C7-4963-8ECD-04ED40A6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gemma3:4b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D3F066-6FB0-4921-8AF6-F8705E3D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48125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能產生第一段回覆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A731D7-7192-4F85-B66A-3B2D12DF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E194AF-8F81-4477-9CF6-117F0835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934569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1E92AB-DE40-4501-8276-EF9FB33F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教材下載位置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5F35C-B517-4014-8523-9FCA6AB4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教材準備 · 01/50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cb2f6bd104e41"/>
          <a:srcRect xmlns:a="http://schemas.openxmlformats.org/drawingml/2006/main" l="0" t="9750" r="0" b="9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82494" y="952500"/>
            <a:ext cx="7827011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D234A-4D3F-4A45-9506-4C821D71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2494" y="5130165"/>
            <a:ext cx="7827011" cy="6991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EF273-D91E-442F-B81D-0BE32AB5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在 GitHub 專案頁確認儲存庫名稱；本次只使用單元 00～04。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47A7A-131E-4C75-AA3C-180B9797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29661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E19DA-577D-4F86-83A5-FD2B8EF1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下載 ZIP 教材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A26C6-C75D-4C40-92CA-B7021693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教材準備 · 02/50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a6dadde8148ba"/>
          <a:stretch xmlns:a="http://schemas.openxmlformats.org/drawingml/2006/main"/>
        </p:blipFill>
        <p:spPr>
          <a:xfrm xmlns:a="http://schemas.openxmlformats.org/drawingml/2006/main">
            <a:off x="2834800" y="952500"/>
            <a:ext cx="6522400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A5CE8-B94C-44B6-BB9E-E1F1D133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按 Code，選 Download ZIP，將完整教材下載到電腦。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C12A2-0B5A-45CF-B78E-14B904E8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515868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724DF-571E-4276-A8EA-DFC37D8F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找到教材壓縮檔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75110-0B42-497E-A44C-0BA44A20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教材準備 · 03/50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0C31D-9B06-45A6-984E-5FB71FE1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在下載資料夾選取 project-delivery_3LM-main.zip。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ad8989b274c94"/>
          <a:stretch xmlns:a="http://schemas.openxmlformats.org/drawingml/2006/main"/>
        </p:blipFill>
        <p:spPr>
          <a:xfrm xmlns:a="http://schemas.openxmlformats.org/drawingml/2006/main">
            <a:off x="662096" y="1866900"/>
            <a:ext cx="10867808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3CC4E9-27EF-4407-B848-EFAB5CB6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80925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0942B-A87D-4D84-A4B4-4D65E323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顯示完整右鍵選單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EE156-D4AD-4E35-B195-623AD54F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教材準備 · 04/50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6a4d898a8478c"/>
          <a:stretch xmlns:a="http://schemas.openxmlformats.org/drawingml/2006/main"/>
        </p:blipFill>
        <p:spPr>
          <a:xfrm xmlns:a="http://schemas.openxmlformats.org/drawingml/2006/main">
            <a:off x="1993446" y="952500"/>
            <a:ext cx="8205107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90C93-17F4-4467-8FC1-34AC7B2D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Windows 11 先選「顯示其他選項」，才能看到 7-Zip。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F1A02F-3E48-499D-80F6-D429EABC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409727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E9C83-43D1-41EF-8655-0A947DDA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用 7-Zip 解壓縮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3D80B-C9E0-459B-90BA-CE63D1A4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教材準備 · 05/50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e29eda68cf4211"/>
          <a:stretch xmlns:a="http://schemas.openxmlformats.org/drawingml/2006/main"/>
        </p:blipFill>
        <p:spPr>
          <a:xfrm xmlns:a="http://schemas.openxmlformats.org/drawingml/2006/main">
            <a:off x="1637607" y="952500"/>
            <a:ext cx="8916786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CC250-776C-415B-B434-E49DBAE1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依序選 7-Zip → 解壓縮至此。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2A2E4-DF1D-408D-BA4B-3781672A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95542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C17AD-5A21-461D-AC82-D8550BDD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確認資料夾已建立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21D498-4C85-4517-B5D8-A7BD92E4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教材準備 · 06/50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CD8EE-31E4-46F6-9A3F-CB001EE2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ZIP 旁出現同名資料夾，代表解壓縮完成。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0e1b231a04a6e"/>
          <a:stretch xmlns:a="http://schemas.openxmlformats.org/drawingml/2006/main"/>
        </p:blipFill>
        <p:spPr>
          <a:xfrm xmlns:a="http://schemas.openxmlformats.org/drawingml/2006/main">
            <a:off x="457200" y="2388991"/>
            <a:ext cx="11277600" cy="238481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AA0CB-A6D4-4717-B6AC-C2E69D6A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006546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B624F-75B5-4675-9D57-11F95E96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進入教材主資料夾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9DF32-1F38-44CC-BAD1-F1462603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教材準備 · 07/50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e666d90024b04"/>
          <a:stretch xmlns:a="http://schemas.openxmlformats.org/drawingml/2006/main"/>
        </p:blipFill>
        <p:spPr>
          <a:xfrm xmlns:a="http://schemas.openxmlformats.org/drawingml/2006/main">
            <a:off x="2396923" y="952500"/>
            <a:ext cx="7398155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7E663-A26E-477B-B572-8889EF26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本次依序操作單元 00～04；先從「00-課前硬體與環境檢查」開始。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F4A2B-E7E5-4C4D-8AC7-B9B47DB2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09215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EEB11-6E44-4F6C-95C1-499AEEE3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執行環境檢查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8AFED-5930-4235-A205-AD833B65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環境檢查 · 08/50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23396c7e540ff"/>
          <a:stretch xmlns:a="http://schemas.openxmlformats.org/drawingml/2006/main"/>
        </p:blipFill>
        <p:spPr>
          <a:xfrm xmlns:a="http://schemas.openxmlformats.org/drawingml/2006/main">
            <a:off x="457200" y="1013245"/>
            <a:ext cx="11277600" cy="473626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309AD-0084-4F51-9CD5-CA70B427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在 00 單元中按兩下 00_check-environment。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51D01-DBBC-463F-AA1B-88EAEE79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738882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F94DF-7DE0-4DEE-868D-791D99EC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允許安全性警告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FF31C3-6180-45E7-A93C-BCFDBB15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環境檢查 · 09/50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da9fd6ef974bef"/>
          <a:stretch xmlns:a="http://schemas.openxmlformats.org/drawingml/2006/main"/>
        </p:blipFill>
        <p:spPr>
          <a:xfrm xmlns:a="http://schemas.openxmlformats.org/drawingml/2006/main">
            <a:off x="2349131" y="952500"/>
            <a:ext cx="7493738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4BD1D-03E4-41AB-B59B-7726BCE1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確認檔案來自課程教材後，按「執行」。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2B43E-45A0-44B6-85E8-437326D6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153313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1F597-7DC4-489B-964E-A4AF247C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環境檢查啟動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0AAF05-08EE-4782-A9E3-580DB0ED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環境檢查 · 10/50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f6cf0d54f4bc5"/>
          <a:stretch xmlns:a="http://schemas.openxmlformats.org/drawingml/2006/main"/>
        </p:blipFill>
        <p:spPr>
          <a:xfrm xmlns:a="http://schemas.openxmlformats.org/drawingml/2006/main">
            <a:off x="1443869" y="952500"/>
            <a:ext cx="9304262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BBAE0-DBD4-4507-AC7B-27DD3E55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0726" y="1170970"/>
            <a:ext cx="5526012" cy="3983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Computer Environment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D7ADD-25FC-4586-A46D-680260E4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827" y="1659315"/>
            <a:ext cx="6425595" cy="436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0C0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Computer Environment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45CE2-8F0E-4A6E-AC5B-381B46E0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黑色視窗出現後先等待，不要關閉。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95EFD-A441-4B2C-A913-3E4168F1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0117210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5FE66-0000-487C-8269-B290EB58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讀懂第一次檢查結果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04F8C-44CC-4BCF-A88B-66E19C7A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環境檢查 · 11/50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3dfabf5fd483f"/>
          <a:stretch xmlns:a="http://schemas.openxmlformats.org/drawingml/2006/main"/>
        </p:blipFill>
        <p:spPr>
          <a:xfrm xmlns:a="http://schemas.openxmlformats.org/drawingml/2006/main">
            <a:off x="767499" y="952500"/>
            <a:ext cx="10657002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2479D-6B60-4F6F-8D7B-8BDB4A67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266" y="1122772"/>
            <a:ext cx="4306871" cy="310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Computer Environment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57504-DB5C-483C-95E7-D2E50DFC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611" y="1503379"/>
            <a:ext cx="5007990" cy="34054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0C0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Computer Environment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E7200-D580-4FB1-B080-4B5107A0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綠色 PASS 表示符合；Docker 尚未安裝或執行是此階段的正常狀態。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59314B-71F1-4D1A-A99C-687A8E4D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8513341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49740-E90E-4B2E-9B89-A61D6C42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進入 Docker 官方安裝頁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45548-9D56-4BBB-B26F-CEF5AF86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12/50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89cc13b2e43a6"/>
          <a:stretch xmlns:a="http://schemas.openxmlformats.org/drawingml/2006/main"/>
        </p:blipFill>
        <p:spPr>
          <a:xfrm xmlns:a="http://schemas.openxmlformats.org/drawingml/2006/main">
            <a:off x="2271078" y="952500"/>
            <a:ext cx="7649844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68D03-0A5C-47DC-8C22-2006F31C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使用 Docker 官方文件的 Windows 安裝頁。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6BFEE-FE72-4168-9C35-D5A4BF38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0796687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99D1E-BCE0-49FD-AED9-B0F37624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下載 Windows x86_64 安裝程式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4B4B2-5B48-405C-B382-463B61F8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13/50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8da855d4f41ab"/>
          <a:stretch xmlns:a="http://schemas.openxmlformats.org/drawingml/2006/main"/>
        </p:blipFill>
        <p:spPr>
          <a:xfrm xmlns:a="http://schemas.openxmlformats.org/drawingml/2006/main">
            <a:off x="2271078" y="952500"/>
            <a:ext cx="7649844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69D005-C998-4D0B-BD86-27D77AB6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Intel／AMD 一般 Windows 筆電選 x86_64。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ECD4C9-2543-4A9D-A6A7-450158E0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670233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AD027-5416-4F58-AF47-92333D4B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關閉安裝文件分頁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7725A-FC47-4047-8E65-C15E9836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14/50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A5D3D-14FE-48F4-801D-FEA4B9B9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下載已開始後，可關閉文件分頁並查看進度。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230fb23f14a78"/>
          <a:stretch xmlns:a="http://schemas.openxmlformats.org/drawingml/2006/main"/>
        </p:blipFill>
        <p:spPr>
          <a:xfrm xmlns:a="http://schemas.openxmlformats.org/drawingml/2006/main">
            <a:off x="457200" y="2385832"/>
            <a:ext cx="11277600" cy="239113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03960-F84A-4493-BBB2-DC4AD798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6078740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95BF40-A077-4877-961E-546DC277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等待安裝程式下載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B9D12-E7C9-4DB5-91E3-5275832D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15/50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f71b7e86e4cb7"/>
          <a:stretch xmlns:a="http://schemas.openxmlformats.org/drawingml/2006/main"/>
        </p:blipFill>
        <p:spPr>
          <a:xfrm xmlns:a="http://schemas.openxmlformats.org/drawingml/2006/main">
            <a:off x="495300" y="1089523"/>
            <a:ext cx="5143500" cy="495518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8C764-2707-4B97-81D9-7C468346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操作重點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8EA91-F752-4C5C-B928-662111E9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495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檔案約 577 MB；等待下載列顯示完成。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52486-C8AB-4E05-90C1-54E0322D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1485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畫面不一致時，先停下來核對前一個步驟。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8286E-4136-4728-ADEC-B89C47C0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4624203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0FB83-E498-4D91-A6EC-B137039D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開啟下載位置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5EC55-DF2C-4F84-A762-0D9AF20B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16/50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19b21ffd6b471c"/>
          <a:stretch xmlns:a="http://schemas.openxmlformats.org/drawingml/2006/main"/>
        </p:blipFill>
        <p:spPr>
          <a:xfrm xmlns:a="http://schemas.openxmlformats.org/drawingml/2006/main">
            <a:off x="495300" y="1211736"/>
            <a:ext cx="5143500" cy="4710754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8EB47-DA30-4570-95DD-4F9206CC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操作重點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1FA89-C06F-497B-BC67-FC6B64DA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495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下載完成後按資料夾圖示，開啟安裝程式所在位置。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AF823-0B53-4FDD-B48A-73F61392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1485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畫面不一致時，先停下來核對前一個步驟。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E88BE5-9C09-43CE-8060-0CE661DA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1032257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4B571-9330-4748-B1A4-B6BF4880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 Docker Desktop Installer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04EF7-6DC7-4D68-BE9F-EB3CEE6E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17/50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87F33-0E4B-475D-9DCA-CBE71158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在下載資料夾按兩下 Docker Desktop Installer。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9bb27855124fab"/>
          <a:stretch xmlns:a="http://schemas.openxmlformats.org/drawingml/2006/main"/>
        </p:blipFill>
        <p:spPr>
          <a:xfrm xmlns:a="http://schemas.openxmlformats.org/drawingml/2006/main">
            <a:off x="457200" y="1927230"/>
            <a:ext cx="11277600" cy="330834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06075-40A5-4A71-9BF2-E594C0AD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02470041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C5CDE-1DC0-4863-8DEB-1CD3EA1F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選擇每位使用者安裝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CA1F0-A507-435E-B795-E8EF4A96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18/50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a056fc3f74469"/>
          <a:stretch xmlns:a="http://schemas.openxmlformats.org/drawingml/2006/main"/>
        </p:blipFill>
        <p:spPr>
          <a:xfrm xmlns:a="http://schemas.openxmlformats.org/drawingml/2006/main">
            <a:off x="2742553" y="952500"/>
            <a:ext cx="6706894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3ED30-0B0A-4361-9891-A2A94F12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保留建議的 Per-user installation，按 OK。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E3A0C-D43D-4669-94A1-EEBE33E1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5312823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EEDFB-4A8E-41BF-9D2F-118AB677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等待解壓縮與安裝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EE069-9E34-43FE-A20D-9A34F0B7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19/50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c0f345480a4957"/>
          <a:stretch xmlns:a="http://schemas.openxmlformats.org/drawingml/2006/main"/>
        </p:blipFill>
        <p:spPr>
          <a:xfrm xmlns:a="http://schemas.openxmlformats.org/drawingml/2006/main">
            <a:off x="2591594" y="952500"/>
            <a:ext cx="7008813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41D0E-FAE6-4050-9BBF-B9044FAC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安裝過程不要關閉視窗。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BD8C2-455F-4C40-80CD-9162CE31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625757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CC85A-497F-405C-8004-2A0C8FB4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完成 Docker Desktop 安裝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A9F83F-B091-40DD-8B0D-7B7FFE2C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20/50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3a4c94e1b40f6"/>
          <a:stretch xmlns:a="http://schemas.openxmlformats.org/drawingml/2006/main"/>
        </p:blipFill>
        <p:spPr>
          <a:xfrm xmlns:a="http://schemas.openxmlformats.org/drawingml/2006/main">
            <a:off x="2591594" y="952500"/>
            <a:ext cx="7008813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8FCF5-09EF-4B17-8C69-258FD9BC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看到 Installation succeeded 後按 Close。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B006D-47A9-46DA-8932-99EBF2C6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9865029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2832AD-DB3C-4824-B56F-2C868587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 Docker Desktop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70CD8-56EE-4ED4-AB56-15CC5C61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21/50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cb59a967f54543"/>
          <a:stretch xmlns:a="http://schemas.openxmlformats.org/drawingml/2006/main"/>
        </p:blipFill>
        <p:spPr>
          <a:xfrm xmlns:a="http://schemas.openxmlformats.org/drawingml/2006/main">
            <a:off x="1607724" y="1066800"/>
            <a:ext cx="2918653" cy="50006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434E1-E154-4A29-9A91-DA10BDCD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操作重點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428A9-F050-4EA1-9036-C9B8674E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4953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可從桌面捷徑或開始功能表開啟。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973E6-40E9-43AA-9E5A-BEF1BE44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1485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畫面不一致時，先停下來核對前一個步驟。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48D24-A81D-46AA-95BE-739E23E7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7595942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FEADB0-2BA6-4807-B777-F1097F31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接受服務條款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263596-F7BB-4ECB-9F98-B154CF7F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22/50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9a64c8960a4402"/>
          <a:stretch xmlns:a="http://schemas.openxmlformats.org/drawingml/2006/main"/>
        </p:blipFill>
        <p:spPr>
          <a:xfrm xmlns:a="http://schemas.openxmlformats.org/drawingml/2006/main">
            <a:off x="2214449" y="952500"/>
            <a:ext cx="7763103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E6920-FB82-43EB-B2D1-7AC2CBDD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閱讀條款後按 Accept；大型企業商用可能需要付費方案。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25CED-812D-4423-8FD2-869DE5B9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9740987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771E0-B806-46F0-808B-2A013715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略過登入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CD2F2-0524-45F3-B8D3-F6673019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23/50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b0bbb6eb24c52"/>
          <a:stretch xmlns:a="http://schemas.openxmlformats.org/drawingml/2006/main"/>
        </p:blipFill>
        <p:spPr>
          <a:xfrm xmlns:a="http://schemas.openxmlformats.org/drawingml/2006/main">
            <a:off x="1814502" y="952500"/>
            <a:ext cx="8562996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6ED86-C551-4C3D-8752-D5F8D889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本課以本機操作為主，可先按 Skip。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6C7DF-CFBC-4FB3-A5A3-2CF6CB23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757341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DB19A8-6D5C-4E1B-974A-0E65BCFD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 Docker Engine 啟動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340FD-DE73-42CA-BACE-55082585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24/50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69bdd2960940ee"/>
          <a:stretch xmlns:a="http://schemas.openxmlformats.org/drawingml/2006/main"/>
        </p:blipFill>
        <p:spPr>
          <a:xfrm xmlns:a="http://schemas.openxmlformats.org/drawingml/2006/main">
            <a:off x="1903225" y="952500"/>
            <a:ext cx="8385550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0022D-5EB5-4760-A730-A5FA8B0B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左下角顯示 Engine running，表示 Docker Desktop 已準備完成。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2A227-CA3E-4305-B1F2-23F4E692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2681907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D23A6-FB08-4335-B551-543C76F4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分支：虛擬化錯誤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D38AD-5A6E-45BF-9D6C-228670DF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疑難排解（選用） · 分支 A1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0cbf1da7c4d31"/>
          <a:stretch xmlns:a="http://schemas.openxmlformats.org/drawingml/2006/main"/>
        </p:blipFill>
        <p:spPr>
          <a:xfrm xmlns:a="http://schemas.openxmlformats.org/drawingml/2006/main">
            <a:off x="1814502" y="952500"/>
            <a:ext cx="8562996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ECF0C-02B8-4D98-BD1D-06C6DE08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若出現 Virtualization support not detected，才進入此分支；正常者直接前往「重新檢查」。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33144-443C-411B-B40B-06C3085D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65895505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75A38-E395-4D78-BDC1-54B0B2FD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分支：停止 Docker Desktop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917F2A-CEF2-4840-B497-ACCE9A04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疑難排解（選用） · 分支 A2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e3dbc66964506"/>
          <a:stretch xmlns:a="http://schemas.openxmlformats.org/drawingml/2006/main"/>
        </p:blipFill>
        <p:spPr>
          <a:xfrm xmlns:a="http://schemas.openxmlformats.org/drawingml/2006/main">
            <a:off x="2272027" y="952500"/>
            <a:ext cx="7647945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6ADF7-059D-4451-964C-01A424A9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疑難排解時先停止 Docker Desktop，再執行環境修復；正常流程不需要此步驟。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A4120-2C1F-47CC-89E4-CB04D776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62009406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45CB9-1259-4362-AA2E-7293C40B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重新檢查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87C9A6-F65A-4EF3-817B-DB987CCF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27/50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057c42e9443bc"/>
          <a:stretch xmlns:a="http://schemas.openxmlformats.org/drawingml/2006/main"/>
        </p:blipFill>
        <p:spPr>
          <a:xfrm xmlns:a="http://schemas.openxmlformats.org/drawingml/2006/main">
            <a:off x="1372125" y="952500"/>
            <a:ext cx="9447750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9E109-91CD-481E-90F7-2BED04FC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Firmware virtualization、Virtual Machine Platform、WSL 與 hypervisor 都應顯示 Enabled／Running。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0FFF3-6A82-4AD1-BB26-C7906A03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12822784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95F18-1CE3-4B73-8817-12F5B13B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Resource Saver 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E672BC-639B-472D-AB30-119AE354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Desktop · 28/50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01e9afda84c73"/>
          <a:stretch xmlns:a="http://schemas.openxmlformats.org/drawingml/2006/main"/>
        </p:blipFill>
        <p:spPr>
          <a:xfrm xmlns:a="http://schemas.openxmlformats.org/drawingml/2006/main">
            <a:off x="1993294" y="952500"/>
            <a:ext cx="8205413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82A856-38E0-49A5-AC67-7BE8D3BA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Resource Saver 不等於故障；Docker 閒置時會降低資源使用。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6CD4D-D67C-4325-82F6-C72BAAC5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74887080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9AE4F-4E96-4C7B-AAB9-4334E036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進入第 03 單元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0208A-062E-4B34-94BE-B442CD1E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服務啟動 · 29/50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FD0D8-196C-46B4-ACFA-B0C0644C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開啟「03-啟動-Ollama-與-Open-WebUI」資料夾。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3462132ff4c4e"/>
          <a:srcRect xmlns:a="http://schemas.openxmlformats.org/drawingml/2006/main" l="0" t="12500" r="0" b="1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679735"/>
            <a:ext cx="11277600" cy="180333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D0C2A7-A1BB-4EE1-8962-394B06A1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4532"/>
            <a:ext cx="11277600" cy="3075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E0E76-DF44-4D63-89F4-698601D3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705878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A39B6-3CA0-4EA9-BC9C-BC50B0A7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認識第 03 單元檔案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0A363-B167-4BE9-AA9A-2A5F8820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服務啟動 · 30/50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386D16-6AEA-4DC7-AFB9-2B84F056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03_compose.yaml 定義服務；03_service-control 是操作入口。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c8e4919244722"/>
          <a:stretch xmlns:a="http://schemas.openxmlformats.org/drawingml/2006/main"/>
        </p:blipFill>
        <p:spPr>
          <a:xfrm xmlns:a="http://schemas.openxmlformats.org/drawingml/2006/main">
            <a:off x="457200" y="2135554"/>
            <a:ext cx="11277600" cy="289169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AD84D-03F9-4C5A-A81C-9D84F266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3700359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52E94-CAAA-4DC6-8D88-19687D59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啟動本機 AI 服務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FA612-0A7E-4DBD-A962-B0C6CA96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服務啟動 · 31/50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07962b3c54a1d"/>
          <a:stretch xmlns:a="http://schemas.openxmlformats.org/drawingml/2006/main"/>
        </p:blipFill>
        <p:spPr>
          <a:xfrm xmlns:a="http://schemas.openxmlformats.org/drawingml/2006/main">
            <a:off x="2207032" y="952500"/>
            <a:ext cx="7777936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FF85B-5B34-48BF-A93A-EA28831C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按兩下服務控制程式，輸入 1 啟動 Ollama 與 Open WebUI。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1E8408-9874-4D4D-BA98-2F356DAA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73464980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371E95-7ACC-4FEE-9711-11ACAF5C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第一次啟動需要等待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99EB8C-854D-4D92-8722-2AB35B05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服務啟動 · 32/50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4d19bcc484dd5"/>
          <a:stretch xmlns:a="http://schemas.openxmlformats.org/drawingml/2006/main"/>
        </p:blipFill>
        <p:spPr>
          <a:xfrm xmlns:a="http://schemas.openxmlformats.org/drawingml/2006/main">
            <a:off x="1372125" y="952500"/>
            <a:ext cx="9447750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66EC6-CA9C-4644-A475-CCF6CFBF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系統會下載容器映像；時間依網路速度而定，視窗保持開啟。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A353-5109-4DB9-B5B8-66902BA3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9231714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88336-6313-46FD-9B1F-CC52272D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服務未就緒時持續檢查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ED0089-B236-46DB-BE00-EB0F31AA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服務啟動 · 33/50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B3426-1B9E-48E4-A212-71A27C34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health: starting 表示仍在啟動。腳本約每 5 秒重查 health 與 HTTP。180 秒只是逾時上限。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999670f174e90"/>
          <a:srcRect xmlns:a="http://schemas.openxmlformats.org/drawingml/2006/main" l="0" t="10000" r="0" b="10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001623"/>
            <a:ext cx="11277600" cy="315955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28D0B-D0B4-42BE-A704-AF8D1563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9266"/>
            <a:ext cx="11277600" cy="6509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9FCB8-8618-457D-BDAB-303FF819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52696536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41A10D-0B42-4F6E-A94B-8C82A5B4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成功後立即開啟網頁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909D8-35CA-47B4-BC3F-6C2F3FC3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服務啟動 · 34/50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6B52B-F91D-4144-9C8B-E5F7EDE8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一旦 open-webui 顯示 healthy 且 localhost:3000 回傳 HTTP 200，腳本立即開啟瀏覽器，不會等滿 180 秒。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074525e0a4061"/>
          <a:stretch xmlns:a="http://schemas.openxmlformats.org/drawingml/2006/main"/>
        </p:blipFill>
        <p:spPr>
          <a:xfrm xmlns:a="http://schemas.openxmlformats.org/drawingml/2006/main">
            <a:off x="457200" y="2409504"/>
            <a:ext cx="11277600" cy="234379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03C897-8042-4F4F-B5AE-0E7B44EF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99356871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DACEB-9EA6-4611-B6D2-59EB7F45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瀏覽器自動開啟 Open WebUI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23DCB-6386-4029-B31D-35732395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Open WebUI · 35/50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0a5ea70edb4fb0"/>
          <a:stretch xmlns:a="http://schemas.openxmlformats.org/drawingml/2006/main"/>
        </p:blipFill>
        <p:spPr>
          <a:xfrm xmlns:a="http://schemas.openxmlformats.org/drawingml/2006/main">
            <a:off x="2611490" y="952500"/>
            <a:ext cx="6969020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ADB9E-73A1-43B5-96B3-36A79E72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腳本完成檢查後會自動開啟 localhost:3000。若瀏覽器沒有開啟，再手動輸入網址並按「開始使用」。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2A11A2-24A7-4A2D-9A7C-EB40091F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72874075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1803D-D805-41BC-91D0-16580E85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建立第一個管理員帳號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D7E6E-C99A-4CEF-9804-326EFE16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Open WebUI · 36/50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9145161e1472a"/>
          <a:stretch xmlns:a="http://schemas.openxmlformats.org/drawingml/2006/main"/>
        </p:blipFill>
        <p:spPr>
          <a:xfrm xmlns:a="http://schemas.openxmlformats.org/drawingml/2006/main">
            <a:off x="2611490" y="952500"/>
            <a:ext cx="6969020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36D21A-9A42-4CDE-B980-10DFCB54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第一個註冊帳號會成為管理員；Email 可使用課堂示範格式。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510CF-47BC-4017-B28D-5FAE0D8E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5980880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0608B-6001-418F-AC58-C78CD7E3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進入 Open WebUI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87789-91A6-4ACD-ABB8-C6264BC0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Open WebUI · 37/50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3e935e6da40b2"/>
          <a:stretch xmlns:a="http://schemas.openxmlformats.org/drawingml/2006/main"/>
        </p:blipFill>
        <p:spPr>
          <a:xfrm xmlns:a="http://schemas.openxmlformats.org/drawingml/2006/main">
            <a:off x="2611490" y="952500"/>
            <a:ext cx="6969020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A7B31-CA46-45ED-98E2-8467D8A1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關閉版本資訊視窗，回到主畫面。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595D0-CB9C-444A-BCA0-C7A0980D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97035513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36FAA-E516-4D43-9630-02A6ABB5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尚未安裝可用模型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D659EB-9336-4A2D-BA91-1447E967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38/50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6923c7c3a4b7b"/>
          <a:stretch xmlns:a="http://schemas.openxmlformats.org/drawingml/2006/main"/>
        </p:blipFill>
        <p:spPr>
          <a:xfrm xmlns:a="http://schemas.openxmlformats.org/drawingml/2006/main">
            <a:off x="639056" y="952500"/>
            <a:ext cx="10913888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EF559-6E52-4534-B2A8-60DDFB2E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模型選單顯示暫無可用模型，下一步到設定下載。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BFD46-8ABD-42EA-B12A-02E2E333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4754839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0A735-C01E-4296-B1E1-1EEFCF1E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開啟個人與管理設定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1BABA-B32F-411A-B2F9-F05A2BC5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39/50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ec8be4b3c46a6"/>
          <a:stretch xmlns:a="http://schemas.openxmlformats.org/drawingml/2006/main"/>
        </p:blipFill>
        <p:spPr>
          <a:xfrm xmlns:a="http://schemas.openxmlformats.org/drawingml/2006/main">
            <a:off x="587658" y="952500"/>
            <a:ext cx="11016683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1BEA8-56EF-4C52-BBDB-BF08090F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按左下角帳號名稱，進入設定與管理介面。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4C295-BC05-4E4F-9E53-83D44CBE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33620030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A7325-EFB1-4C50-A997-D2B13D28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進入模型設定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51DD5-4CAE-40B8-898B-F20FC6C5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40/50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a4407f79940e9"/>
          <a:stretch xmlns:a="http://schemas.openxmlformats.org/drawingml/2006/main"/>
        </p:blipFill>
        <p:spPr>
          <a:xfrm xmlns:a="http://schemas.openxmlformats.org/drawingml/2006/main">
            <a:off x="1870105" y="952500"/>
            <a:ext cx="8451789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6562E-4F3E-405A-814C-B625FA81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管理員面板左側選「模型」。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044EB-59C6-453B-AA4D-58C78BE2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2503695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3B3B9E-72FE-4BD4-9E23-0C163A02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開啟 Ollama 模型管理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CEE983-DB82-4D14-9039-7BD5B3B8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41/50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e530b209dc4215"/>
          <a:stretch xmlns:a="http://schemas.openxmlformats.org/drawingml/2006/main"/>
        </p:blipFill>
        <p:spPr>
          <a:xfrm xmlns:a="http://schemas.openxmlformats.org/drawingml/2006/main">
            <a:off x="457200" y="1191097"/>
            <a:ext cx="11277600" cy="438055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444F04-A407-4147-ACAC-83CDD946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右上角依序選「動作」→「管理」。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8A3608-10ED-474A-9309-DF76F6E9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24467392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5B90B-B2BB-4D1B-9E9E-E524FB22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輸入模型標籤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F5A1C-0994-4A1F-B520-5954EC8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42/50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b77700abd43e4"/>
          <a:stretch xmlns:a="http://schemas.openxmlformats.org/drawingml/2006/main"/>
        </p:blipFill>
        <p:spPr>
          <a:xfrm xmlns:a="http://schemas.openxmlformats.org/drawingml/2006/main">
            <a:off x="2270367" y="952500"/>
            <a:ext cx="7651265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2782F-0945-4402-8947-594D190D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在 Ollama.com 下載欄輸入 gemma3:4b，按下載。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284DA-739C-4411-9261-F018C5BF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62629461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43663-130A-4F02-9883-B1F0320B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模型下載已開始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B47161-A382-425B-83F9-857B26F7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43/50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BFA4E-4F7B-4801-BBB6-3B7AC173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出現模型名稱與進度條後，保持頁面與服務運作。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52967514a748ca"/>
          <a:stretch xmlns:a="http://schemas.openxmlformats.org/drawingml/2006/main"/>
        </p:blipFill>
        <p:spPr>
          <a:xfrm xmlns:a="http://schemas.openxmlformats.org/drawingml/2006/main">
            <a:off x="1318260" y="1866900"/>
            <a:ext cx="9555480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CCF15-6955-4421-BBD4-494090A2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42543216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32F17-BF07-486F-8E4A-41ECEA92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等待大型模型下載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2BFF0-34A9-4142-B9A7-915F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44/50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A54BE-0346-421C-A64F-4F33A566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下載可能需較長時間；百分比持續上升即可。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779f350c24471"/>
          <a:stretch xmlns:a="http://schemas.openxmlformats.org/drawingml/2006/main"/>
        </p:blipFill>
        <p:spPr>
          <a:xfrm xmlns:a="http://schemas.openxmlformats.org/drawingml/2006/main">
            <a:off x="1025285" y="1866900"/>
            <a:ext cx="10141429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B61CD-69F3-4C48-84E4-C6AC8282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79217591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2275A9-6D47-44A9-8CD4-C38369B6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模型下載完成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439D7B-C6F5-4F5A-9E13-FF8B7CC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45/50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37AB4-7FBA-44CC-8557-8642F9FE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進度到 100% 後，等待模型出現在清單。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a14c97d1e04808"/>
          <a:stretch xmlns:a="http://schemas.openxmlformats.org/drawingml/2006/main"/>
        </p:blipFill>
        <p:spPr>
          <a:xfrm xmlns:a="http://schemas.openxmlformats.org/drawingml/2006/main">
            <a:off x="1002196" y="1866900"/>
            <a:ext cx="10187609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38DD38-653E-4676-8D4A-9D8AFFD8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79935134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94DA54-1AED-47D9-85D0-3BF2CBEB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確認模型已加入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21373-556C-4413-A58B-203BB2C9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46/50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3214614d34e1a"/>
          <a:stretch xmlns:a="http://schemas.openxmlformats.org/drawingml/2006/main"/>
        </p:blipFill>
        <p:spPr>
          <a:xfrm xmlns:a="http://schemas.openxmlformats.org/drawingml/2006/main">
            <a:off x="1683694" y="952500"/>
            <a:ext cx="8824612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E6125-B3B8-45FE-95BD-616F6264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模型清單出現 gemma3:4b，且右側開關已啟用。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28414-7DC7-49EA-9B86-A627EE97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27989724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8A977-54A5-4E1E-828A-BAC20CCC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隱藏 Arena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EBDF6-8FF9-45C4-97B5-22723074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47/50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f3baf4ba3e4dc9"/>
          <a:stretch xmlns:a="http://schemas.openxmlformats.org/drawingml/2006/main"/>
        </p:blipFill>
        <p:spPr>
          <a:xfrm xmlns:a="http://schemas.openxmlformats.org/drawingml/2006/main">
            <a:off x="457200" y="964746"/>
            <a:ext cx="11277600" cy="483325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794D1-6080-4A68-87D3-135F21C5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若不需要 Arena Model，可關閉右側開關，讓選單更單純。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85A27-E079-4DA2-9C18-B13FE725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1958573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912E68-0735-4B8B-B1DA-391821A2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依畫面設定模型功能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CB24A-E9A5-4DAE-BF6B-1A20C339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48/50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6b8f52377748b6"/>
          <a:stretch xmlns:a="http://schemas.openxmlformats.org/drawingml/2006/main"/>
        </p:blipFill>
        <p:spPr>
          <a:xfrm xmlns:a="http://schemas.openxmlformats.org/drawingml/2006/main">
            <a:off x="1916686" y="952500"/>
            <a:ext cx="8358628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95BC65-139E-4131-9B64-BEBD7E0B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將開關設定成與畫面一致：只開啟「記憶」與「顯示即時回應狀態」，再按「儲存並更新」。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C8E6CF-F06D-46D8-8F58-E8A1DF53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25071527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3AADC3-35EA-4974-AF16-3D3BDC61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 gemma3:4b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9979B-51EE-4853-A018-A8174ECA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49/50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F6C94-8A11-4F62-AA21-AA9A4371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回到對話首頁，從模型選單選 gemma3:4b。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040bf3725450c"/>
          <a:stretch xmlns:a="http://schemas.openxmlformats.org/drawingml/2006/main"/>
        </p:blipFill>
        <p:spPr>
          <a:xfrm xmlns:a="http://schemas.openxmlformats.org/drawingml/2006/main">
            <a:off x="1169334" y="1866900"/>
            <a:ext cx="9853332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10CF18-2A3A-4EB1-937D-E323CB4E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2000941296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C6444-4744-4495-98ED-29CE6CD1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完成第一次本機對話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FF06E-6293-496D-A979-71D795A6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2425"/>
            <a:ext cx="2600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本機模型 · 50/50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2644fb33b4606"/>
          <a:stretch xmlns:a="http://schemas.openxmlformats.org/drawingml/2006/main"/>
        </p:blipFill>
        <p:spPr>
          <a:xfrm xmlns:a="http://schemas.openxmlformats.org/drawingml/2006/main">
            <a:off x="1803442" y="952500"/>
            <a:ext cx="8585117" cy="485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073CE-6766-41BC-8A3B-F089CFD2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769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輸入簡單測試句並確認模型能回覆；語言風格可用系統提示詞再調整。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16C24-ED49-4FE9-882E-141A587B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776303391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DA8089-7468-4655-8DF8-2970DEE0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下次開機的啟動方式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54AC2-9773-4AD6-A9D3-0BA8DF38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每次開機都可依照相同步驟確認服務並開啟 Open WebUI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12EFEA-CDB1-4C47-9238-E9A66C0C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6F7D4-E621-4E8C-854A-9EE98329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002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 Docker Desktop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48396-1025-4AA3-A128-72EFD3A0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3832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等待左下角顯示 Engine running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EACDB-4761-4C67-A66E-B7BE9B6D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58FCB-8D73-47DE-9729-5B377B4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955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開啟第 03 單元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529F6-4713-471A-8157-791538C5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3367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按兩下 03_service-control.cmd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4426C-C1F0-42B3-BC66-CAB929F9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571AA-F4E3-4986-A4C9-4576A866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5909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輸入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14F2B-263D-40A3-9E51-0E344DF9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2902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每 5 秒重查，成功立即開啟。180 秒為逾時上限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F5198-237D-4F93-9739-E7E02FD2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1449EF-3844-42AF-93F6-78EA2857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86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等待瀏覽器自動開啟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C2E339-D443-4A09-92DD-FF2374A4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24375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看到 Open WebUI 後，使用原有帳號登入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43980-1B52-4A6C-B9A0-2232A638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曾選 3 停止時，選 1 重新啟動。未手動停止時，容器可能自行恢復，選 1 仍可確認服務並開啟網頁。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D286F5-F11F-4BF8-A838-38FBD800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668376946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7335A-7188-4EC0-A86C-53B9DE44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10858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做到這裡，就完成了本機 AI 基礎環境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094EA5-420F-49F5-9C2A-074DC85F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 i="0">
                <a:solidFill>
                  <a:srgbClr val="FF4709"/>
                </a:solidFill>
                <a:latin typeface="Microsoft JhengHei"/>
                <a:ea typeface="Microsoft JhengHei"/>
                <a:cs typeface="Microsoft JhengHei"/>
              </a:rPr>
              <a:t>Docker → Ollama → Open WebUI → gemma3:4b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00607B-625D-41D3-9427-37D519FF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76600"/>
            <a:ext cx="666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Docker Engine 正常執行</a:t>
            </a:r>
          </a:p>
          <a:p xmlns:a="http://schemas.openxmlformats.org/drawingml/2006/main">
            <a:pPr algn="ctr">
              <a:defRPr sz="21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服務可從 localhost:3000 開啟</a:t>
            </a:r>
          </a:p>
          <a:p xmlns:a="http://schemas.openxmlformats.org/drawingml/2006/main">
            <a:pPr algn="ctr">
              <a:defRPr sz="21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i="0">
                <a:solidFill>
                  <a:srgbClr val="C8C8C8"/>
                </a:solidFill>
                <a:latin typeface="Microsoft JhengHei"/>
                <a:ea typeface="Microsoft JhengHei"/>
                <a:cs typeface="Microsoft JhengHei"/>
              </a:rPr>
              <a:t>gemma3:4b 已下載並能產生回覆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41437-5318-49B0-803B-88EABFE8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292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本份內容到此為止：單元 00～04。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C604A1-BD51-410B-9FA2-D2CC2755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Windows 11 地端 AI 建置實作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91F43-B803-4AF3-A935-625F3C24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8E8E8E"/>
                </a:solidFill>
                <a:latin typeface="Microsoft JhengHei"/>
                <a:ea typeface="Microsoft JhengHei"/>
                <a:cs typeface="Microsoft JhengHei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991893225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Lora Roboto">
      <a:majorFont>
        <a:latin typeface="Lora"/>
        <a:ea typeface=""/>
        <a:cs typeface=""/>
      </a:majorFont>
      <a:minorFont>
        <a:latin typeface="Roboto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2026-09-15T09:23:59.9070000Z</dcterms:created>
  <dcterms:modified xsi:type="dcterms:W3CDTF">2026-09-15T09:23:59.9070000Z</dcterms:modified>
</coreProperties>
</file>