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3917907f45407a" /><Relationship Type="http://schemas.openxmlformats.org/officeDocument/2006/relationships/extended-properties" Target="/docProps/app.xml" Id="R112fe7ed5e5b493e" /><Relationship Type="http://schemas.openxmlformats.org/officeDocument/2006/relationships/officeDocument" Target="/ppt/presentation.xml" Id="R879ee710deef48e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38bf6e3b5de4b5c"/>
  </p:sldMasterIdLst>
  <p:notesMasterIdLst>
    <p:notesMasterId xmlns:r="http://schemas.openxmlformats.org/officeDocument/2006/relationships" r:id="R0eae3be8097d49bd"/>
  </p:notesMasterIdLst>
  <p:sldIdLst>
    <p:sldId xmlns:r="http://schemas.openxmlformats.org/officeDocument/2006/relationships" id="256" r:id="R6734501e0dcc489e"/>
    <p:sldId xmlns:r="http://schemas.openxmlformats.org/officeDocument/2006/relationships" id="257" r:id="Re46b0b814fad4d06"/>
    <p:sldId xmlns:r="http://schemas.openxmlformats.org/officeDocument/2006/relationships" id="258" r:id="Rb8575c89e4974bcf"/>
    <p:sldId xmlns:r="http://schemas.openxmlformats.org/officeDocument/2006/relationships" id="259" r:id="Rd33d28e23e46438d"/>
    <p:sldId xmlns:r="http://schemas.openxmlformats.org/officeDocument/2006/relationships" id="260" r:id="R8a70dc757909411b"/>
    <p:sldId xmlns:r="http://schemas.openxmlformats.org/officeDocument/2006/relationships" id="261" r:id="R4e4e5ff1a5674622"/>
    <p:sldId xmlns:r="http://schemas.openxmlformats.org/officeDocument/2006/relationships" id="262" r:id="R719b0f0712034a59"/>
    <p:sldId xmlns:r="http://schemas.openxmlformats.org/officeDocument/2006/relationships" id="263" r:id="R6afdd5e7f008474d"/>
    <p:sldId xmlns:r="http://schemas.openxmlformats.org/officeDocument/2006/relationships" id="264" r:id="R5c4be20f8c234981"/>
    <p:sldId xmlns:r="http://schemas.openxmlformats.org/officeDocument/2006/relationships" id="265" r:id="R209758608d7e4fc2"/>
    <p:sldId xmlns:r="http://schemas.openxmlformats.org/officeDocument/2006/relationships" id="266" r:id="Racc46e576145439b"/>
    <p:sldId xmlns:r="http://schemas.openxmlformats.org/officeDocument/2006/relationships" id="267" r:id="Rdced738aed704976"/>
    <p:sldId xmlns:r="http://schemas.openxmlformats.org/officeDocument/2006/relationships" id="268" r:id="Rc89a2f2d7e2540b7"/>
    <p:sldId xmlns:r="http://schemas.openxmlformats.org/officeDocument/2006/relationships" id="269" r:id="Rffd5db07e4df43b3"/>
    <p:sldId xmlns:r="http://schemas.openxmlformats.org/officeDocument/2006/relationships" id="270" r:id="R91fc6ff721324fe0"/>
    <p:sldId xmlns:r="http://schemas.openxmlformats.org/officeDocument/2006/relationships" id="271" r:id="Rdf328815b5f1407f"/>
    <p:sldId xmlns:r="http://schemas.openxmlformats.org/officeDocument/2006/relationships" id="272" r:id="Rb7f5aeb598784460"/>
    <p:sldId xmlns:r="http://schemas.openxmlformats.org/officeDocument/2006/relationships" id="273" r:id="R3c655102ae414942"/>
    <p:sldId xmlns:r="http://schemas.openxmlformats.org/officeDocument/2006/relationships" id="274" r:id="Rae432f553f454ae7"/>
    <p:sldId xmlns:r="http://schemas.openxmlformats.org/officeDocument/2006/relationships" id="275" r:id="R412c0942a8f742f1"/>
    <p:sldId xmlns:r="http://schemas.openxmlformats.org/officeDocument/2006/relationships" id="276" r:id="Rdcdea0412e1f4ffb"/>
    <p:sldId xmlns:r="http://schemas.openxmlformats.org/officeDocument/2006/relationships" id="277" r:id="Rbef4647239624aa2"/>
    <p:sldId xmlns:r="http://schemas.openxmlformats.org/officeDocument/2006/relationships" id="278" r:id="R07026dce4846476a"/>
    <p:sldId xmlns:r="http://schemas.openxmlformats.org/officeDocument/2006/relationships" id="279" r:id="Rb813a6438eb6452c"/>
    <p:sldId xmlns:r="http://schemas.openxmlformats.org/officeDocument/2006/relationships" id="280" r:id="Rc7692ed947bb4fb3"/>
    <p:sldId xmlns:r="http://schemas.openxmlformats.org/officeDocument/2006/relationships" id="281" r:id="R40846fde51634503"/>
    <p:sldId xmlns:r="http://schemas.openxmlformats.org/officeDocument/2006/relationships" id="282" r:id="Re980d69334b44d4b"/>
    <p:sldId xmlns:r="http://schemas.openxmlformats.org/officeDocument/2006/relationships" id="283" r:id="Rba10bb8b500842ab"/>
    <p:sldId xmlns:r="http://schemas.openxmlformats.org/officeDocument/2006/relationships" id="284" r:id="Re856a81a67814463"/>
    <p:sldId xmlns:r="http://schemas.openxmlformats.org/officeDocument/2006/relationships" id="285" r:id="Rd9776c28d15d471c"/>
    <p:sldId xmlns:r="http://schemas.openxmlformats.org/officeDocument/2006/relationships" id="286" r:id="R9f8ca29f617f4d17"/>
    <p:sldId xmlns:r="http://schemas.openxmlformats.org/officeDocument/2006/relationships" id="287" r:id="Re40c04938af6444d"/>
    <p:sldId xmlns:r="http://schemas.openxmlformats.org/officeDocument/2006/relationships" id="288" r:id="Ra35b2b5004f64c84"/>
    <p:sldId xmlns:r="http://schemas.openxmlformats.org/officeDocument/2006/relationships" id="289" r:id="Rd10a17d75e984eb5"/>
    <p:sldId xmlns:r="http://schemas.openxmlformats.org/officeDocument/2006/relationships" id="290" r:id="R2c18b628ed1446e1"/>
    <p:sldId xmlns:r="http://schemas.openxmlformats.org/officeDocument/2006/relationships" id="291" r:id="R526fc6efa2814b05"/>
    <p:sldId xmlns:r="http://schemas.openxmlformats.org/officeDocument/2006/relationships" id="292" r:id="Reffd9533d0264112"/>
    <p:sldId xmlns:r="http://schemas.openxmlformats.org/officeDocument/2006/relationships" id="293" r:id="R10cfdf085617463c"/>
    <p:sldId xmlns:r="http://schemas.openxmlformats.org/officeDocument/2006/relationships" id="294" r:id="Rfe842df322b844f0"/>
    <p:sldId xmlns:r="http://schemas.openxmlformats.org/officeDocument/2006/relationships" id="295" r:id="R0f783c5dc482425c"/>
    <p:sldId xmlns:r="http://schemas.openxmlformats.org/officeDocument/2006/relationships" id="296" r:id="Re45dd4eca6484fa8"/>
    <p:sldId xmlns:r="http://schemas.openxmlformats.org/officeDocument/2006/relationships" id="297" r:id="Rf0eef661fc054ab4"/>
    <p:sldId xmlns:r="http://schemas.openxmlformats.org/officeDocument/2006/relationships" id="298" r:id="R49d290bbe3c24885"/>
    <p:sldId xmlns:r="http://schemas.openxmlformats.org/officeDocument/2006/relationships" id="299" r:id="Ra4aab7f5b0bf4904"/>
    <p:sldId xmlns:r="http://schemas.openxmlformats.org/officeDocument/2006/relationships" id="300" r:id="R7121c8f7cc514117"/>
    <p:sldId xmlns:r="http://schemas.openxmlformats.org/officeDocument/2006/relationships" id="301" r:id="R946556dcf9ee4803"/>
    <p:sldId xmlns:r="http://schemas.openxmlformats.org/officeDocument/2006/relationships" id="302" r:id="R96c67e5559da4c5f"/>
    <p:sldId xmlns:r="http://schemas.openxmlformats.org/officeDocument/2006/relationships" id="303" r:id="Re9b474f054b94f3d"/>
    <p:sldId xmlns:r="http://schemas.openxmlformats.org/officeDocument/2006/relationships" id="304" r:id="R5d1c293922e74766"/>
    <p:sldId xmlns:r="http://schemas.openxmlformats.org/officeDocument/2006/relationships" id="305" r:id="R9b54bc16e24b4ae9"/>
    <p:sldId xmlns:r="http://schemas.openxmlformats.org/officeDocument/2006/relationships" id="306" r:id="R901566e39ad348c0"/>
    <p:sldId xmlns:r="http://schemas.openxmlformats.org/officeDocument/2006/relationships" id="307" r:id="R3776fbfb7a2a4f2b"/>
    <p:sldId xmlns:r="http://schemas.openxmlformats.org/officeDocument/2006/relationships" id="308" r:id="Rda46823ebdd04733"/>
    <p:sldId xmlns:r="http://schemas.openxmlformats.org/officeDocument/2006/relationships" id="309" r:id="R00c9854340354375"/>
    <p:sldId xmlns:r="http://schemas.openxmlformats.org/officeDocument/2006/relationships" id="310" r:id="R929b6fc0e00b4d99"/>
    <p:sldId xmlns:r="http://schemas.openxmlformats.org/officeDocument/2006/relationships" id="311" r:id="R73bec7e3f4b74152"/>
    <p:sldId xmlns:r="http://schemas.openxmlformats.org/officeDocument/2006/relationships" id="312" r:id="R788154f9ba184f97"/>
    <p:sldId xmlns:r="http://schemas.openxmlformats.org/officeDocument/2006/relationships" id="313" r:id="R0363c14505ac473e"/>
  </p:sldIdLst>
  <p:sldSz cx="12192000" cy="6858000"/>
  <p:notesSz cx="6858000" cy="9144000"/>
  <p:embeddedFontLst>
    <p:embeddedFont>
      <p:font typeface="Lora"/>
      <p:regular xmlns:r="http://schemas.openxmlformats.org/officeDocument/2006/relationships" r:id="R85e84126839f4480"/>
      <p:bold xmlns:r="http://schemas.openxmlformats.org/officeDocument/2006/relationships" r:id="Rc4ca2da19f124b3a"/>
      <p:italic xmlns:r="http://schemas.openxmlformats.org/officeDocument/2006/relationships" r:id="Re3c72bd542714b30"/>
      <p:boldItalic xmlns:r="http://schemas.openxmlformats.org/officeDocument/2006/relationships" r:id="R9df0c38727f04be0"/>
    </p:embeddedFont>
    <p:embeddedFont>
      <p:font typeface="OpenAI Sans"/>
      <p:regular xmlns:r="http://schemas.openxmlformats.org/officeDocument/2006/relationships" r:id="R6390b021adc946f9"/>
      <p:bold xmlns:r="http://schemas.openxmlformats.org/officeDocument/2006/relationships" r:id="Reb703d79a0c24452"/>
      <p:italic xmlns:r="http://schemas.openxmlformats.org/officeDocument/2006/relationships" r:id="Rdb86205e5bbc4070"/>
      <p:boldItalic xmlns:r="http://schemas.openxmlformats.org/officeDocument/2006/relationships" r:id="Rc0c22960ec274488"/>
    </p:embeddedFont>
    <p:embeddedFont>
      <p:font typeface="Roboto"/>
      <p:regular xmlns:r="http://schemas.openxmlformats.org/officeDocument/2006/relationships" r:id="R79d1ca66ed7d4719"/>
      <p:bold xmlns:r="http://schemas.openxmlformats.org/officeDocument/2006/relationships" r:id="R2c0146ad8e9041eb"/>
      <p:italic xmlns:r="http://schemas.openxmlformats.org/officeDocument/2006/relationships" r:id="Rb891c5916c284c7f"/>
      <p:boldItalic xmlns:r="http://schemas.openxmlformats.org/officeDocument/2006/relationships" r:id="R71bcce5d082241d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b0aba1addf4102" /><Relationship Type="http://schemas.openxmlformats.org/officeDocument/2006/relationships/slideMaster" Target="/ppt/slideMasters/slideMaster1.xml" Id="R638bf6e3b5de4b5c" /><Relationship Type="http://schemas.openxmlformats.org/officeDocument/2006/relationships/notesMaster" Target="/ppt/notesMasters/notesMaster1.xml" Id="R0eae3be8097d49bd" /><Relationship Type="http://schemas.openxmlformats.org/officeDocument/2006/relationships/presProps" Target="/ppt/presProps.xml" Id="R62080078c9fd4d3a" /><Relationship Type="http://schemas.openxmlformats.org/officeDocument/2006/relationships/viewProps" Target="/ppt/viewProps.xml" Id="Rd7d629117978439a" /><Relationship Type="http://schemas.openxmlformats.org/officeDocument/2006/relationships/tableStyles" Target="/ppt/tableStyles.xml" Id="R544034b1a3ac46b4" /><Relationship Type="http://schemas.openxmlformats.org/officeDocument/2006/relationships/font" Target="/ppt/fonts/font.dat" Id="R85e84126839f4480" /><Relationship Type="http://schemas.openxmlformats.org/officeDocument/2006/relationships/font" Target="/ppt/fonts/font2.dat" Id="Rc4ca2da19f124b3a" /><Relationship Type="http://schemas.openxmlformats.org/officeDocument/2006/relationships/font" Target="/ppt/fonts/font3.dat" Id="Re3c72bd542714b30" /><Relationship Type="http://schemas.openxmlformats.org/officeDocument/2006/relationships/font" Target="/ppt/fonts/font4.dat" Id="R9df0c38727f04be0" /><Relationship Type="http://schemas.openxmlformats.org/officeDocument/2006/relationships/font" Target="/ppt/fonts/font5.dat" Id="R6390b021adc946f9" /><Relationship Type="http://schemas.openxmlformats.org/officeDocument/2006/relationships/font" Target="/ppt/fonts/font6.dat" Id="Reb703d79a0c24452" /><Relationship Type="http://schemas.openxmlformats.org/officeDocument/2006/relationships/font" Target="/ppt/fonts/font7.dat" Id="Rdb86205e5bbc4070" /><Relationship Type="http://schemas.openxmlformats.org/officeDocument/2006/relationships/font" Target="/ppt/fonts/font8.dat" Id="Rc0c22960ec274488" /><Relationship Type="http://schemas.openxmlformats.org/officeDocument/2006/relationships/font" Target="/ppt/fonts/font9.dat" Id="R79d1ca66ed7d4719" /><Relationship Type="http://schemas.openxmlformats.org/officeDocument/2006/relationships/font" Target="/ppt/fonts/font10.dat" Id="R2c0146ad8e9041eb" /><Relationship Type="http://schemas.openxmlformats.org/officeDocument/2006/relationships/font" Target="/ppt/fonts/font11.dat" Id="Rb891c5916c284c7f" /><Relationship Type="http://schemas.openxmlformats.org/officeDocument/2006/relationships/font" Target="/ppt/fonts/font12.dat" Id="R71bcce5d082241dc" /><Relationship Type="http://schemas.openxmlformats.org/officeDocument/2006/relationships/slide" Target="/ppt/slides/slide1.xml" Id="R6734501e0dcc489e" /><Relationship Type="http://schemas.openxmlformats.org/officeDocument/2006/relationships/slide" Target="/ppt/slides/slide2.xml" Id="Re46b0b814fad4d06" /><Relationship Type="http://schemas.openxmlformats.org/officeDocument/2006/relationships/slide" Target="/ppt/slides/slide3.xml" Id="Rb8575c89e4974bcf" /><Relationship Type="http://schemas.openxmlformats.org/officeDocument/2006/relationships/slide" Target="/ppt/slides/slide4.xml" Id="Rd33d28e23e46438d" /><Relationship Type="http://schemas.openxmlformats.org/officeDocument/2006/relationships/slide" Target="/ppt/slides/slide5.xml" Id="R8a70dc757909411b" /><Relationship Type="http://schemas.openxmlformats.org/officeDocument/2006/relationships/slide" Target="/ppt/slides/slide6.xml" Id="R4e4e5ff1a5674622" /><Relationship Type="http://schemas.openxmlformats.org/officeDocument/2006/relationships/slide" Target="/ppt/slides/slide7.xml" Id="R719b0f0712034a59" /><Relationship Type="http://schemas.openxmlformats.org/officeDocument/2006/relationships/slide" Target="/ppt/slides/slide8.xml" Id="R6afdd5e7f008474d" /><Relationship Type="http://schemas.openxmlformats.org/officeDocument/2006/relationships/slide" Target="/ppt/slides/slide9.xml" Id="R5c4be20f8c234981" /><Relationship Type="http://schemas.openxmlformats.org/officeDocument/2006/relationships/slide" Target="/ppt/slides/slide10.xml" Id="R209758608d7e4fc2" /><Relationship Type="http://schemas.openxmlformats.org/officeDocument/2006/relationships/slide" Target="/ppt/slides/slide11.xml" Id="Racc46e576145439b" /><Relationship Type="http://schemas.openxmlformats.org/officeDocument/2006/relationships/slide" Target="/ppt/slides/slide12.xml" Id="Rdced738aed704976" /><Relationship Type="http://schemas.openxmlformats.org/officeDocument/2006/relationships/slide" Target="/ppt/slides/slide13.xml" Id="Rc89a2f2d7e2540b7" /><Relationship Type="http://schemas.openxmlformats.org/officeDocument/2006/relationships/slide" Target="/ppt/slides/slide14.xml" Id="Rffd5db07e4df43b3" /><Relationship Type="http://schemas.openxmlformats.org/officeDocument/2006/relationships/slide" Target="/ppt/slides/slide15.xml" Id="R91fc6ff721324fe0" /><Relationship Type="http://schemas.openxmlformats.org/officeDocument/2006/relationships/slide" Target="/ppt/slides/slide16.xml" Id="Rdf328815b5f1407f" /><Relationship Type="http://schemas.openxmlformats.org/officeDocument/2006/relationships/slide" Target="/ppt/slides/slide17.xml" Id="Rb7f5aeb598784460" /><Relationship Type="http://schemas.openxmlformats.org/officeDocument/2006/relationships/slide" Target="/ppt/slides/slide18.xml" Id="R3c655102ae414942" /><Relationship Type="http://schemas.openxmlformats.org/officeDocument/2006/relationships/slide" Target="/ppt/slides/slide19.xml" Id="Rae432f553f454ae7" /><Relationship Type="http://schemas.openxmlformats.org/officeDocument/2006/relationships/slide" Target="/ppt/slides/slide20.xml" Id="R412c0942a8f742f1" /><Relationship Type="http://schemas.openxmlformats.org/officeDocument/2006/relationships/slide" Target="/ppt/slides/slide21.xml" Id="Rdcdea0412e1f4ffb" /><Relationship Type="http://schemas.openxmlformats.org/officeDocument/2006/relationships/slide" Target="/ppt/slides/slide22.xml" Id="Rbef4647239624aa2" /><Relationship Type="http://schemas.openxmlformats.org/officeDocument/2006/relationships/slide" Target="/ppt/slides/slide23.xml" Id="R07026dce4846476a" /><Relationship Type="http://schemas.openxmlformats.org/officeDocument/2006/relationships/slide" Target="/ppt/slides/slide24.xml" Id="Rb813a6438eb6452c" /><Relationship Type="http://schemas.openxmlformats.org/officeDocument/2006/relationships/slide" Target="/ppt/slides/slide25.xml" Id="Rc7692ed947bb4fb3" /><Relationship Type="http://schemas.openxmlformats.org/officeDocument/2006/relationships/slide" Target="/ppt/slides/slide26.xml" Id="R40846fde51634503" /><Relationship Type="http://schemas.openxmlformats.org/officeDocument/2006/relationships/slide" Target="/ppt/slides/slide27.xml" Id="Re980d69334b44d4b" /><Relationship Type="http://schemas.openxmlformats.org/officeDocument/2006/relationships/slide" Target="/ppt/slides/slide28.xml" Id="Rba10bb8b500842ab" /><Relationship Type="http://schemas.openxmlformats.org/officeDocument/2006/relationships/slide" Target="/ppt/slides/slide29.xml" Id="Re856a81a67814463" /><Relationship Type="http://schemas.openxmlformats.org/officeDocument/2006/relationships/slide" Target="/ppt/slides/slide30.xml" Id="Rd9776c28d15d471c" /><Relationship Type="http://schemas.openxmlformats.org/officeDocument/2006/relationships/slide" Target="/ppt/slides/slide31.xml" Id="R9f8ca29f617f4d17" /><Relationship Type="http://schemas.openxmlformats.org/officeDocument/2006/relationships/slide" Target="/ppt/slides/slide32.xml" Id="Re40c04938af6444d" /><Relationship Type="http://schemas.openxmlformats.org/officeDocument/2006/relationships/slide" Target="/ppt/slides/slide33.xml" Id="Ra35b2b5004f64c84" /><Relationship Type="http://schemas.openxmlformats.org/officeDocument/2006/relationships/slide" Target="/ppt/slides/slide34.xml" Id="Rd10a17d75e984eb5" /><Relationship Type="http://schemas.openxmlformats.org/officeDocument/2006/relationships/slide" Target="/ppt/slides/slide35.xml" Id="R2c18b628ed1446e1" /><Relationship Type="http://schemas.openxmlformats.org/officeDocument/2006/relationships/slide" Target="/ppt/slides/slide36.xml" Id="R526fc6efa2814b05" /><Relationship Type="http://schemas.openxmlformats.org/officeDocument/2006/relationships/slide" Target="/ppt/slides/slide37.xml" Id="Reffd9533d0264112" /><Relationship Type="http://schemas.openxmlformats.org/officeDocument/2006/relationships/slide" Target="/ppt/slides/slide38.xml" Id="R10cfdf085617463c" /><Relationship Type="http://schemas.openxmlformats.org/officeDocument/2006/relationships/slide" Target="/ppt/slides/slide39.xml" Id="Rfe842df322b844f0" /><Relationship Type="http://schemas.openxmlformats.org/officeDocument/2006/relationships/slide" Target="/ppt/slides/slide40.xml" Id="R0f783c5dc482425c" /><Relationship Type="http://schemas.openxmlformats.org/officeDocument/2006/relationships/slide" Target="/ppt/slides/slide41.xml" Id="Re45dd4eca6484fa8" /><Relationship Type="http://schemas.openxmlformats.org/officeDocument/2006/relationships/slide" Target="/ppt/slides/slide42.xml" Id="Rf0eef661fc054ab4" /><Relationship Type="http://schemas.openxmlformats.org/officeDocument/2006/relationships/slide" Target="/ppt/slides/slide43.xml" Id="R49d290bbe3c24885" /><Relationship Type="http://schemas.openxmlformats.org/officeDocument/2006/relationships/slide" Target="/ppt/slides/slide44.xml" Id="Ra4aab7f5b0bf4904" /><Relationship Type="http://schemas.openxmlformats.org/officeDocument/2006/relationships/slide" Target="/ppt/slides/slide45.xml" Id="R7121c8f7cc514117" /><Relationship Type="http://schemas.openxmlformats.org/officeDocument/2006/relationships/slide" Target="/ppt/slides/slide46.xml" Id="R946556dcf9ee4803" /><Relationship Type="http://schemas.openxmlformats.org/officeDocument/2006/relationships/slide" Target="/ppt/slides/slide47.xml" Id="R96c67e5559da4c5f" /><Relationship Type="http://schemas.openxmlformats.org/officeDocument/2006/relationships/slide" Target="/ppt/slides/slide48.xml" Id="Re9b474f054b94f3d" /><Relationship Type="http://schemas.openxmlformats.org/officeDocument/2006/relationships/slide" Target="/ppt/slides/slide49.xml" Id="R5d1c293922e74766" /><Relationship Type="http://schemas.openxmlformats.org/officeDocument/2006/relationships/slide" Target="/ppt/slides/slide50.xml" Id="R9b54bc16e24b4ae9" /><Relationship Type="http://schemas.openxmlformats.org/officeDocument/2006/relationships/slide" Target="/ppt/slides/slide51.xml" Id="R901566e39ad348c0" /><Relationship Type="http://schemas.openxmlformats.org/officeDocument/2006/relationships/slide" Target="/ppt/slides/slide52.xml" Id="R3776fbfb7a2a4f2b" /><Relationship Type="http://schemas.openxmlformats.org/officeDocument/2006/relationships/slide" Target="/ppt/slides/slide53.xml" Id="Rda46823ebdd04733" /><Relationship Type="http://schemas.openxmlformats.org/officeDocument/2006/relationships/slide" Target="/ppt/slides/slide54.xml" Id="R00c9854340354375" /><Relationship Type="http://schemas.openxmlformats.org/officeDocument/2006/relationships/slide" Target="/ppt/slides/slide55.xml" Id="R929b6fc0e00b4d99" /><Relationship Type="http://schemas.openxmlformats.org/officeDocument/2006/relationships/slide" Target="/ppt/slides/slide56.xml" Id="R73bec7e3f4b74152" /><Relationship Type="http://schemas.openxmlformats.org/officeDocument/2006/relationships/slide" Target="/ppt/slides/slide57.xml" Id="R788154f9ba184f97" /><Relationship Type="http://schemas.openxmlformats.org/officeDocument/2006/relationships/slide" Target="/ppt/slides/slide58.xml" Id="R0363c14505ac47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a1aef8aa6148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fa9df1ee654dbd" /><Relationship Type="http://schemas.openxmlformats.org/officeDocument/2006/relationships/notesMaster" Target="/ppt/notesMasters/notesMaster1.xml" Id="R309ace0bb7f6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86c7ef86174a8a" /><Relationship Type="http://schemas.openxmlformats.org/officeDocument/2006/relationships/notesMaster" Target="/ppt/notesMasters/notesMaster1.xml" Id="R9bd680c164ea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22ee650244743" /><Relationship Type="http://schemas.openxmlformats.org/officeDocument/2006/relationships/notesMaster" Target="/ppt/notesMasters/notesMaster1.xml" Id="R67a469c34ac1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095fcd39da4d90" /><Relationship Type="http://schemas.openxmlformats.org/officeDocument/2006/relationships/notesMaster" Target="/ppt/notesMasters/notesMaster1.xml" Id="Rcb0bac21bf4948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18358616bb41e0" /><Relationship Type="http://schemas.openxmlformats.org/officeDocument/2006/relationships/notesMaster" Target="/ppt/notesMasters/notesMaster1.xml" Id="R41f3751b201642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bcc12baa03416b" /><Relationship Type="http://schemas.openxmlformats.org/officeDocument/2006/relationships/notesMaster" Target="/ppt/notesMasters/notesMaster1.xml" Id="Ra445529365624c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1cafe7a3644b52" /><Relationship Type="http://schemas.openxmlformats.org/officeDocument/2006/relationships/notesMaster" Target="/ppt/notesMasters/notesMaster1.xml" Id="Rb8ea3262fcb148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bb6baf53804751" /><Relationship Type="http://schemas.openxmlformats.org/officeDocument/2006/relationships/notesMaster" Target="/ppt/notesMasters/notesMaster1.xml" Id="R9bdc380d7b3d41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71d030fac94d82" /><Relationship Type="http://schemas.openxmlformats.org/officeDocument/2006/relationships/notesMaster" Target="/ppt/notesMasters/notesMaster1.xml" Id="R0f4d6b23003f45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ff519f0e9e438c" /><Relationship Type="http://schemas.openxmlformats.org/officeDocument/2006/relationships/notesMaster" Target="/ppt/notesMasters/notesMaster1.xml" Id="R6b5946b1cad347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72320330a1400b" /><Relationship Type="http://schemas.openxmlformats.org/officeDocument/2006/relationships/notesMaster" Target="/ppt/notesMasters/notesMaster1.xml" Id="R006f3f99582042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a39ba5c33c4342" /><Relationship Type="http://schemas.openxmlformats.org/officeDocument/2006/relationships/notesMaster" Target="/ppt/notesMasters/notesMaster1.xml" Id="R783ef118ef164f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4607a413c0408b" /><Relationship Type="http://schemas.openxmlformats.org/officeDocument/2006/relationships/notesMaster" Target="/ppt/notesMasters/notesMaster1.xml" Id="R6f9da2dc3f2140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3155fd4ec04bb7" /><Relationship Type="http://schemas.openxmlformats.org/officeDocument/2006/relationships/notesMaster" Target="/ppt/notesMasters/notesMaster1.xml" Id="Rce7e411c314547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0f22cac5ff43b7" /><Relationship Type="http://schemas.openxmlformats.org/officeDocument/2006/relationships/notesMaster" Target="/ppt/notesMasters/notesMaster1.xml" Id="R270750db6cf842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189abed02c4b30" /><Relationship Type="http://schemas.openxmlformats.org/officeDocument/2006/relationships/notesMaster" Target="/ppt/notesMasters/notesMaster1.xml" Id="R798c428dbacb4d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52581db08344f7" /><Relationship Type="http://schemas.openxmlformats.org/officeDocument/2006/relationships/notesMaster" Target="/ppt/notesMasters/notesMaster1.xml" Id="R5fc8a1eab2b947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fb0989cd9c46d3" /><Relationship Type="http://schemas.openxmlformats.org/officeDocument/2006/relationships/notesMaster" Target="/ppt/notesMasters/notesMaster1.xml" Id="Ra634309f5ac44c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05fa6f1e2d4c5b" /><Relationship Type="http://schemas.openxmlformats.org/officeDocument/2006/relationships/notesMaster" Target="/ppt/notesMasters/notesMaster1.xml" Id="R2da866b85db842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7949005a324857" /><Relationship Type="http://schemas.openxmlformats.org/officeDocument/2006/relationships/notesMaster" Target="/ppt/notesMasters/notesMaster1.xml" Id="Rbc31c82330964ea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a0a6cd9f174e0e" /><Relationship Type="http://schemas.openxmlformats.org/officeDocument/2006/relationships/notesMaster" Target="/ppt/notesMasters/notesMaster1.xml" Id="Ra4bb88c7b3ba44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1f3028a4fee4d4c" /><Relationship Type="http://schemas.openxmlformats.org/officeDocument/2006/relationships/notesMaster" Target="/ppt/notesMasters/notesMaster1.xml" Id="R6948cd7fde90406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4cf9fc93704add" /><Relationship Type="http://schemas.openxmlformats.org/officeDocument/2006/relationships/notesMaster" Target="/ppt/notesMasters/notesMaster1.xml" Id="Rf8acca4ca17b4d2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79ff5106044eaf" /><Relationship Type="http://schemas.openxmlformats.org/officeDocument/2006/relationships/notesMaster" Target="/ppt/notesMasters/notesMaster1.xml" Id="Rbffa7065827e4a0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4997a77ded40c7" /><Relationship Type="http://schemas.openxmlformats.org/officeDocument/2006/relationships/notesMaster" Target="/ppt/notesMasters/notesMaster1.xml" Id="R223415afe4f842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7b8fe3ba0d44e2" /><Relationship Type="http://schemas.openxmlformats.org/officeDocument/2006/relationships/notesMaster" Target="/ppt/notesMasters/notesMaster1.xml" Id="R886484ec5a9d400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1e4d6ffa2ff40ef" /><Relationship Type="http://schemas.openxmlformats.org/officeDocument/2006/relationships/notesMaster" Target="/ppt/notesMasters/notesMaster1.xml" Id="R3ef1e9d813d8493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95b67dcd718495c" /><Relationship Type="http://schemas.openxmlformats.org/officeDocument/2006/relationships/notesMaster" Target="/ppt/notesMasters/notesMaster1.xml" Id="R8df3395f54254c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325c0e6f2734f6c" /><Relationship Type="http://schemas.openxmlformats.org/officeDocument/2006/relationships/notesMaster" Target="/ppt/notesMasters/notesMaster1.xml" Id="R46771c5820d941e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a5e98f1c4054568" /><Relationship Type="http://schemas.openxmlformats.org/officeDocument/2006/relationships/notesMaster" Target="/ppt/notesMasters/notesMaster1.xml" Id="Rc176b8a4e5d849c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c49c854a1d491f" /><Relationship Type="http://schemas.openxmlformats.org/officeDocument/2006/relationships/notesMaster" Target="/ppt/notesMasters/notesMaster1.xml" Id="R12d6cdabb448436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5500e52cdb741aa" /><Relationship Type="http://schemas.openxmlformats.org/officeDocument/2006/relationships/notesMaster" Target="/ppt/notesMasters/notesMaster1.xml" Id="Rf066add540cf409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9b5f3215d8741aa" /><Relationship Type="http://schemas.openxmlformats.org/officeDocument/2006/relationships/notesMaster" Target="/ppt/notesMasters/notesMaster1.xml" Id="Rbd990380745c478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42cba6bc76e4183" /><Relationship Type="http://schemas.openxmlformats.org/officeDocument/2006/relationships/notesMaster" Target="/ppt/notesMasters/notesMaster1.xml" Id="Rd460509e362d467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e8cfebca9014691" /><Relationship Type="http://schemas.openxmlformats.org/officeDocument/2006/relationships/notesMaster" Target="/ppt/notesMasters/notesMaster1.xml" Id="R055a65364e1345b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a7a58d37a6047cf" /><Relationship Type="http://schemas.openxmlformats.org/officeDocument/2006/relationships/notesMaster" Target="/ppt/notesMasters/notesMaster1.xml" Id="Rc160979a38e94a4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da0689406ff47ea" /><Relationship Type="http://schemas.openxmlformats.org/officeDocument/2006/relationships/notesMaster" Target="/ppt/notesMasters/notesMaster1.xml" Id="R6aa69dbf0ed4428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9ae42865dd74712" /><Relationship Type="http://schemas.openxmlformats.org/officeDocument/2006/relationships/notesMaster" Target="/ppt/notesMasters/notesMaster1.xml" Id="R24375cba72d1451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6fea40bfde24779" /><Relationship Type="http://schemas.openxmlformats.org/officeDocument/2006/relationships/notesMaster" Target="/ppt/notesMasters/notesMaster1.xml" Id="R20e1319882454ae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8d9f6477e2248ef" /><Relationship Type="http://schemas.openxmlformats.org/officeDocument/2006/relationships/notesMaster" Target="/ppt/notesMasters/notesMaster1.xml" Id="R748ad8887222466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3b95788ac8142cc" /><Relationship Type="http://schemas.openxmlformats.org/officeDocument/2006/relationships/notesMaster" Target="/ppt/notesMasters/notesMaster1.xml" Id="R010034f2b33846c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49fc7e4d318408d" /><Relationship Type="http://schemas.openxmlformats.org/officeDocument/2006/relationships/notesMaster" Target="/ppt/notesMasters/notesMaster1.xml" Id="R4d04cb5dce0e4f0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dccfd1f3a564bd4" /><Relationship Type="http://schemas.openxmlformats.org/officeDocument/2006/relationships/notesMaster" Target="/ppt/notesMasters/notesMaster1.xml" Id="R6d5d36d4dcd04a6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f0ff42ec24a40ea" /><Relationship Type="http://schemas.openxmlformats.org/officeDocument/2006/relationships/notesMaster" Target="/ppt/notesMasters/notesMaster1.xml" Id="R40e4020e803b479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005371a53f44748" /><Relationship Type="http://schemas.openxmlformats.org/officeDocument/2006/relationships/notesMaster" Target="/ppt/notesMasters/notesMaster1.xml" Id="R743383fbb9ec468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d01946135ad452d" /><Relationship Type="http://schemas.openxmlformats.org/officeDocument/2006/relationships/notesMaster" Target="/ppt/notesMasters/notesMaster1.xml" Id="R57e7051fdd22410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2d7388a88bb4447" /><Relationship Type="http://schemas.openxmlformats.org/officeDocument/2006/relationships/notesMaster" Target="/ppt/notesMasters/notesMaster1.xml" Id="R77608dffd0584a2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185925f86554b3c" /><Relationship Type="http://schemas.openxmlformats.org/officeDocument/2006/relationships/notesMaster" Target="/ppt/notesMasters/notesMaster1.xml" Id="R6a7090476b47410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f948f136da9493d" /><Relationship Type="http://schemas.openxmlformats.org/officeDocument/2006/relationships/notesMaster" Target="/ppt/notesMasters/notesMaster1.xml" Id="R080e6eb360f24bd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05c39ca91cb4232" /><Relationship Type="http://schemas.openxmlformats.org/officeDocument/2006/relationships/notesMaster" Target="/ppt/notesMasters/notesMaster1.xml" Id="R5ef264cea916417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c063607c2ff4b7f" /><Relationship Type="http://schemas.openxmlformats.org/officeDocument/2006/relationships/notesMaster" Target="/ppt/notesMasters/notesMaster1.xml" Id="R85af54290fa24bc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0e9ca2032fd499d" /><Relationship Type="http://schemas.openxmlformats.org/officeDocument/2006/relationships/notesMaster" Target="/ppt/notesMasters/notesMaster1.xml" Id="Rab309986163448a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3e600d300164fa7" /><Relationship Type="http://schemas.openxmlformats.org/officeDocument/2006/relationships/notesMaster" Target="/ppt/notesMasters/notesMaster1.xml" Id="R263bbc7fb3874ab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0c2b910881848ba" /><Relationship Type="http://schemas.openxmlformats.org/officeDocument/2006/relationships/notesMaster" Target="/ppt/notesMasters/notesMaster1.xml" Id="R45dcb31a9448452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c4f56209acd405d" /><Relationship Type="http://schemas.openxmlformats.org/officeDocument/2006/relationships/notesMaster" Target="/ppt/notesMasters/notesMaster1.xml" Id="R765f2c46df68483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5e70e4121304010" /><Relationship Type="http://schemas.openxmlformats.org/officeDocument/2006/relationships/notesMaster" Target="/ppt/notesMasters/notesMaster1.xml" Id="R0490e9f6222f48b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c4a9680ad7d4c28" /><Relationship Type="http://schemas.openxmlformats.org/officeDocument/2006/relationships/notesMaster" Target="/ppt/notesMasters/notesMaster1.xml" Id="Rf47131d573a246b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21152f77e14459b" /><Relationship Type="http://schemas.openxmlformats.org/officeDocument/2006/relationships/notesMaster" Target="/ppt/notesMasters/notesMaster1.xml" Id="R61832dc2fec94b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封面。本份簡報只涵蓋單元 00～04，從 Windows 環境準備到第一次本機模型對話。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課程目標：在單元 00～04 完成 Docker、Ollama、Open WebUI 與 gemma3:4b 的基礎串接。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用單元 00～04 說明本次範圍，提醒學生依截圖順序操作。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提醒學生每頁只做一個動作，若畫面不同就停下來核對。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上課前確認設備、網路、空間與操作權限，並說明等待原則。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先展示完成標準，讓學生知道最後要看到的三個結果。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教材下載位置</a:t>
            </a:r>
          </a:p>
          <a:p xmlns:a="http://schemas.openxmlformats.org/drawingml/2006/main">
            <a:r>
              <a:t>在 GitHub 專案頁確認儲存庫名稱；本次只使用單元 00～04。</a:t>
            </a:r>
          </a:p>
          <a:p xmlns:a="http://schemas.openxmlformats.org/drawingml/2006/main">
            <a:r>
              <a:t>來源：C:\Users\ETLAB_NB_202204\Desktop\repo\project-delivery_3LM\images\螢幕擷取畫面 2026-09-14 130723.png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ZIP 教材</a:t>
            </a:r>
          </a:p>
          <a:p xmlns:a="http://schemas.openxmlformats.org/drawingml/2006/main">
            <a:r>
              <a:t>按 Code，選 Download ZIP，將完整教材下載到電腦。</a:t>
            </a:r>
          </a:p>
          <a:p xmlns:a="http://schemas.openxmlformats.org/drawingml/2006/main">
            <a:r>
              <a:t>來源：C:\Users\ETLAB_NB_202204\Desktop\repo\project-delivery_3LM\images\螢幕擷取畫面 2026-09-14 130829.png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找到教材壓縮檔</a:t>
            </a:r>
          </a:p>
          <a:p xmlns:a="http://schemas.openxmlformats.org/drawingml/2006/main">
            <a:r>
              <a:t>在下載資料夾選取 project-delivery_3LM-main.zip。</a:t>
            </a:r>
          </a:p>
          <a:p xmlns:a="http://schemas.openxmlformats.org/drawingml/2006/main">
            <a:r>
              <a:t>來源：C:\Users\ETLAB_NB_202204\Desktop\repo\project-delivery_3LM\images\螢幕擷取畫面 2026-09-14 130930.png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顯示完整右鍵選單</a:t>
            </a:r>
          </a:p>
          <a:p xmlns:a="http://schemas.openxmlformats.org/drawingml/2006/main">
            <a:r>
              <a:t>Windows 11 先選「顯示其他選項」，才能看到 7-Zip。</a:t>
            </a:r>
          </a:p>
          <a:p xmlns:a="http://schemas.openxmlformats.org/drawingml/2006/main">
            <a:r>
              <a:t>來源：C:\Users\ETLAB_NB_202204\Desktop\repo\project-delivery_3LM\images\螢幕擷取畫面 2026-09-14 130931.png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7-Zip 解壓縮</a:t>
            </a:r>
          </a:p>
          <a:p xmlns:a="http://schemas.openxmlformats.org/drawingml/2006/main">
            <a:r>
              <a:t>依序選 7-Zip → 解壓縮至此。</a:t>
            </a:r>
          </a:p>
          <a:p xmlns:a="http://schemas.openxmlformats.org/drawingml/2006/main">
            <a:r>
              <a:t>來源：C:\Users\ETLAB_NB_202204\Desktop\repo\project-delivery_3LM\images\螢幕擷取畫面 2026-09-14 130932.png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確認資料夾已建立</a:t>
            </a:r>
          </a:p>
          <a:p xmlns:a="http://schemas.openxmlformats.org/drawingml/2006/main">
            <a:r>
              <a:t>ZIP 旁出現同名資料夾，代表解壓縮完成。</a:t>
            </a:r>
          </a:p>
          <a:p xmlns:a="http://schemas.openxmlformats.org/drawingml/2006/main">
            <a:r>
              <a:t>來源：C:\Users\ETLAB_NB_202204\Desktop\repo\project-delivery_3LM\images\螢幕擷取畫面 2026-09-14 130933.png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進入教材主資料夾</a:t>
            </a:r>
          </a:p>
          <a:p xmlns:a="http://schemas.openxmlformats.org/drawingml/2006/main">
            <a:r>
              <a:t>本次依序操作單元 00～04；先從「00-課前硬體與環境檢查」開始。</a:t>
            </a:r>
          </a:p>
          <a:p xmlns:a="http://schemas.openxmlformats.org/drawingml/2006/main">
            <a:r>
              <a:t>來源：C:\Users\ETLAB_NB_202204\Desktop\repo\project-delivery_3LM\images\螢幕擷取畫面 2026-09-14 131515.png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執行環境檢查</a:t>
            </a:r>
          </a:p>
          <a:p xmlns:a="http://schemas.openxmlformats.org/drawingml/2006/main">
            <a:r>
              <a:t>在 00 單元中按兩下 00_check-environment。</a:t>
            </a:r>
          </a:p>
          <a:p xmlns:a="http://schemas.openxmlformats.org/drawingml/2006/main">
            <a:r>
              <a:t>來源：C:\Users\ETLAB_NB_202204\Desktop\repo\project-delivery_3LM\images\螢幕擷取畫面 2026-09-14 131537.png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允許安全性警告</a:t>
            </a:r>
          </a:p>
          <a:p xmlns:a="http://schemas.openxmlformats.org/drawingml/2006/main">
            <a:r>
              <a:t>確認檔案來自課程教材後，按「執行」。</a:t>
            </a:r>
          </a:p>
          <a:p xmlns:a="http://schemas.openxmlformats.org/drawingml/2006/main">
            <a:r>
              <a:t>來源：C:\Users\ETLAB_NB_202204\Desktop\repo\project-delivery_3LM\images\螢幕擷取畫面 2026-09-14 131612.png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環境檢查啟動</a:t>
            </a:r>
          </a:p>
          <a:p xmlns:a="http://schemas.openxmlformats.org/drawingml/2006/main">
            <a:r>
              <a:t>黑色視窗出現後先等待，不要關閉。</a:t>
            </a:r>
          </a:p>
          <a:p xmlns:a="http://schemas.openxmlformats.org/drawingml/2006/main">
            <a:r>
              <a:t>來源：C:\Users\ETLAB_NB_202204\Desktop\repo\project-delivery_3LM\images\螢幕擷取畫面 2026-09-14 131626.png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讀懂第一次檢查結果</a:t>
            </a:r>
          </a:p>
          <a:p xmlns:a="http://schemas.openxmlformats.org/drawingml/2006/main">
            <a:r>
              <a:t>綠色 PASS 表示符合；Docker 尚未安裝或執行是此階段的正常狀態。</a:t>
            </a:r>
          </a:p>
          <a:p xmlns:a="http://schemas.openxmlformats.org/drawingml/2006/main">
            <a:r>
              <a:t>來源：C:\Users\ETLAB_NB_202204\Desktop\repo\project-delivery_3LM\images\螢幕擷取畫面 2026-09-14 131638.png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Docker 官方安裝頁</a:t>
            </a:r>
          </a:p>
          <a:p xmlns:a="http://schemas.openxmlformats.org/drawingml/2006/main">
            <a:r>
              <a:t>使用 Docker 官方文件的 Windows 安裝頁。</a:t>
            </a:r>
          </a:p>
          <a:p xmlns:a="http://schemas.openxmlformats.org/drawingml/2006/main">
            <a:r>
              <a:t>來源：C:\Users\ETLAB_NB_202204\Desktop\repo\project-delivery_3LM\images\螢幕擷取畫面 2026-09-14 133328.png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Windows x86_64 安裝程式</a:t>
            </a:r>
          </a:p>
          <a:p xmlns:a="http://schemas.openxmlformats.org/drawingml/2006/main">
            <a:r>
              <a:t>Intel／AMD 一般 Windows 筆電選 x86_64。</a:t>
            </a:r>
          </a:p>
          <a:p xmlns:a="http://schemas.openxmlformats.org/drawingml/2006/main">
            <a:r>
              <a:t>來源：C:\Users\ETLAB_NB_202204\Desktop\repo\project-delivery_3LM\images\螢幕擷取畫面 2026-09-14 133349.png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關閉安裝文件分頁</a:t>
            </a:r>
          </a:p>
          <a:p xmlns:a="http://schemas.openxmlformats.org/drawingml/2006/main">
            <a:r>
              <a:t>下載已開始後，可關閉文件分頁並查看進度。</a:t>
            </a:r>
          </a:p>
          <a:p xmlns:a="http://schemas.openxmlformats.org/drawingml/2006/main">
            <a:r>
              <a:t>來源：C:\Users\ETLAB_NB_202204\Desktop\repo\project-delivery_3LM\images\螢幕擷取畫面 2026-09-14 133437.png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等待安裝程式下載</a:t>
            </a:r>
          </a:p>
          <a:p xmlns:a="http://schemas.openxmlformats.org/drawingml/2006/main">
            <a:r>
              <a:t>檔案約 577 MB；等待下載列顯示完成。</a:t>
            </a:r>
          </a:p>
          <a:p xmlns:a="http://schemas.openxmlformats.org/drawingml/2006/main">
            <a:r>
              <a:t>來源：C:\Users\ETLAB_NB_202204\Desktop\repo\project-delivery_3LM\images\螢幕擷取畫面 2026-09-14 133459.png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開啟下載位置</a:t>
            </a:r>
          </a:p>
          <a:p xmlns:a="http://schemas.openxmlformats.org/drawingml/2006/main">
            <a:r>
              <a:t>下載完成後按資料夾圖示，開啟安裝程式所在位置。</a:t>
            </a:r>
          </a:p>
          <a:p xmlns:a="http://schemas.openxmlformats.org/drawingml/2006/main">
            <a:r>
              <a:t>來源：C:\Users\ETLAB_NB_202204\Desktop\repo\project-delivery_3LM\images\螢幕擷取畫面 2026-09-14 134336.png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 Installer</a:t>
            </a:r>
          </a:p>
          <a:p xmlns:a="http://schemas.openxmlformats.org/drawingml/2006/main">
            <a:r>
              <a:t>在下載資料夾按兩下 Docker Desktop Installer。</a:t>
            </a:r>
          </a:p>
          <a:p xmlns:a="http://schemas.openxmlformats.org/drawingml/2006/main">
            <a:r>
              <a:t>來源：C:\Users\ETLAB_NB_202204\Desktop\repo\project-delivery_3LM\images\螢幕擷取畫面 2026-09-14 134403.png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選擇每位使用者安裝</a:t>
            </a:r>
          </a:p>
          <a:p xmlns:a="http://schemas.openxmlformats.org/drawingml/2006/main">
            <a:r>
              <a:t>保留建議的 Per-user installation，按 OK。</a:t>
            </a:r>
          </a:p>
          <a:p xmlns:a="http://schemas.openxmlformats.org/drawingml/2006/main">
            <a:r>
              <a:t>來源：C:\Users\ETLAB_NB_202204\Desktop\repo\project-delivery_3LM\images\螢幕擷取畫面 2026-09-14 134429.png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等待解壓縮與安裝</a:t>
            </a:r>
          </a:p>
          <a:p xmlns:a="http://schemas.openxmlformats.org/drawingml/2006/main">
            <a:r>
              <a:t>安裝過程不要關閉視窗。</a:t>
            </a:r>
          </a:p>
          <a:p xmlns:a="http://schemas.openxmlformats.org/drawingml/2006/main">
            <a:r>
              <a:t>來源：C:\Users\ETLAB_NB_202204\Desktop\repo\project-delivery_3LM\images\螢幕擷取畫面 2026-09-14 134436.png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 Docker Desktop 安裝</a:t>
            </a:r>
          </a:p>
          <a:p xmlns:a="http://schemas.openxmlformats.org/drawingml/2006/main">
            <a:r>
              <a:t>看到 Installation succeeded 後按 Close。</a:t>
            </a:r>
          </a:p>
          <a:p xmlns:a="http://schemas.openxmlformats.org/drawingml/2006/main">
            <a:r>
              <a:t>來源：C:\Users\ETLAB_NB_202204\Desktop\repo\project-delivery_3LM\images\螢幕擷取畫面 2026-09-14 134457.png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</a:t>
            </a:r>
          </a:p>
          <a:p xmlns:a="http://schemas.openxmlformats.org/drawingml/2006/main">
            <a:r>
              <a:t>可從桌面捷徑或開始功能表開啟。</a:t>
            </a:r>
          </a:p>
          <a:p xmlns:a="http://schemas.openxmlformats.org/drawingml/2006/main">
            <a:r>
              <a:t>來源：C:\Users\ETLAB_NB_202204\Desktop\repo\project-delivery_3LM\images\螢幕擷取畫面 2026-09-14 134542.png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接受服務條款</a:t>
            </a:r>
          </a:p>
          <a:p xmlns:a="http://schemas.openxmlformats.org/drawingml/2006/main">
            <a:r>
              <a:t>閱讀條款後按 Accept；大型企業商用可能需要付費方案。</a:t>
            </a:r>
          </a:p>
          <a:p xmlns:a="http://schemas.openxmlformats.org/drawingml/2006/main">
            <a:r>
              <a:t>來源：C:\Users\ETLAB_NB_202204\Desktop\repo\project-delivery_3LM\images\螢幕擷取畫面 2026-09-14 134601.png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略過登入</a:t>
            </a:r>
          </a:p>
          <a:p xmlns:a="http://schemas.openxmlformats.org/drawingml/2006/main">
            <a:r>
              <a:t>本課以本機操作為主，可先按 Skip。</a:t>
            </a:r>
          </a:p>
          <a:p xmlns:a="http://schemas.openxmlformats.org/drawingml/2006/main">
            <a:r>
              <a:t>來源：C:\Users\ETLAB_NB_202204\Desktop\repo\project-delivery_3LM\images\螢幕擷取畫面 2026-09-14 134607.png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Engine 啟動</a:t>
            </a:r>
          </a:p>
          <a:p xmlns:a="http://schemas.openxmlformats.org/drawingml/2006/main">
            <a:r>
              <a:t>左下角顯示 Engine running，表示 Docker Desktop 已準備完成。</a:t>
            </a:r>
          </a:p>
          <a:p xmlns:a="http://schemas.openxmlformats.org/drawingml/2006/main">
            <a:r>
              <a:t>來源：C:\Users\ETLAB_NB_202204\Desktop\repo\project-delivery_3LM\images\螢幕擷取畫面 2026-09-14 134608.png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分支：虛擬化錯誤</a:t>
            </a:r>
          </a:p>
          <a:p xmlns:a="http://schemas.openxmlformats.org/drawingml/2006/main">
            <a:r>
              <a:t>若出現 Virtualization support not detected，才進入此分支；正常者直接前往「重新檢查」。</a:t>
            </a:r>
          </a:p>
          <a:p xmlns:a="http://schemas.openxmlformats.org/drawingml/2006/main">
            <a:r>
              <a:t>來源：C:\Users\ETLAB_NB_202204\Desktop\repo\project-delivery_3LM\images\螢幕擷取畫面 2026-09-14 134632.png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分支：停止 Docker Desktop</a:t>
            </a:r>
          </a:p>
          <a:p xmlns:a="http://schemas.openxmlformats.org/drawingml/2006/main">
            <a:r>
              <a:t>疑難排解時先停止 Docker Desktop，再執行環境修復；正常流程不需要此步驟。</a:t>
            </a:r>
          </a:p>
          <a:p xmlns:a="http://schemas.openxmlformats.org/drawingml/2006/main">
            <a:r>
              <a:t>來源：C:\Users\ETLAB_NB_202204\Desktop\repo\project-delivery_3LM\images\螢幕擷取畫面 2026-09-14 134934.png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重新檢查</a:t>
            </a:r>
          </a:p>
          <a:p xmlns:a="http://schemas.openxmlformats.org/drawingml/2006/main">
            <a:r>
              <a:t>Firmware virtualization、Virtual Machine Platform、WSL 與 hypervisor 都應顯示 Enabled／Running。</a:t>
            </a:r>
          </a:p>
          <a:p xmlns:a="http://schemas.openxmlformats.org/drawingml/2006/main">
            <a:r>
              <a:t>來源：C:\Users\ETLAB_NB_202204\Desktop\repo\project-delivery_3LM\images\螢幕擷取畫面 2026-09-14 154847.png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 Saver 模式</a:t>
            </a:r>
          </a:p>
          <a:p xmlns:a="http://schemas.openxmlformats.org/drawingml/2006/main">
            <a:r>
              <a:t>Resource Saver 不等於故障；Docker 閒置時會降低資源使用。</a:t>
            </a:r>
          </a:p>
          <a:p xmlns:a="http://schemas.openxmlformats.org/drawingml/2006/main">
            <a:r>
              <a:t>來源：C:\Users\ETLAB_NB_202204\Desktop\repo\project-delivery_3LM\images\螢幕擷取畫面 2026-09-14 155955.png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進入第 03 單元</a:t>
            </a:r>
          </a:p>
          <a:p xmlns:a="http://schemas.openxmlformats.org/drawingml/2006/main">
            <a:r>
              <a:t>開啟「03-啟動-Ollama-與-Open-WebUI」資料夾。</a:t>
            </a:r>
          </a:p>
          <a:p xmlns:a="http://schemas.openxmlformats.org/drawingml/2006/main">
            <a:r>
              <a:t>來源：C:\Users\ETLAB_NB_202204\Desktop\repo\project-delivery_3LM\images\螢幕擷取畫面 2026-09-14 160501.png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認識第 03 單元檔案</a:t>
            </a:r>
          </a:p>
          <a:p xmlns:a="http://schemas.openxmlformats.org/drawingml/2006/main">
            <a:r>
              <a:t>03_compose.yaml 定義服務；03_service-control 是操作入口。</a:t>
            </a:r>
          </a:p>
          <a:p xmlns:a="http://schemas.openxmlformats.org/drawingml/2006/main">
            <a:r>
              <a:t>來源：C:\Users\ETLAB_NB_202204\Desktop\repo\project-delivery_3LM\images\螢幕擷取畫面 2026-09-14 160516.png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啟動本機 AI 服務</a:t>
            </a:r>
          </a:p>
          <a:p xmlns:a="http://schemas.openxmlformats.org/drawingml/2006/main">
            <a:r>
              <a:t>按兩下服務控制程式，輸入 1 啟動 Ollama 與 Open WebUI。</a:t>
            </a:r>
          </a:p>
          <a:p xmlns:a="http://schemas.openxmlformats.org/drawingml/2006/main">
            <a:r>
              <a:t>來源：C:\Users\ETLAB_NB_202204\Desktop\repo\project-delivery_3LM\images\螢幕擷取畫面 2026-09-14 160541.png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第一次啟動需要等待</a:t>
            </a:r>
          </a:p>
          <a:p xmlns:a="http://schemas.openxmlformats.org/drawingml/2006/main">
            <a:r>
              <a:t>系統會下載容器映像；時間依網路速度而定，視窗保持開啟。</a:t>
            </a:r>
          </a:p>
          <a:p xmlns:a="http://schemas.openxmlformats.org/drawingml/2006/main">
            <a:r>
              <a:t>來源：C:\Users\ETLAB_NB_202204\Desktop\repo\project-delivery_3LM\images\螢幕擷取畫面 2026-09-14 160553.png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腳本持續檢查服務</a:t>
            </a:r>
          </a:p>
          <a:p xmlns:a="http://schemas.openxmlformats.org/drawingml/2006/main">
            <a:r>
              <a:t>health: starting 表示仍在啟動。保持視窗開啟，不要自行連線；腳本約每 5 秒更新 health、HTTP 與剩餘時間。</a:t>
            </a:r>
          </a:p>
          <a:p xmlns:a="http://schemas.openxmlformats.org/drawingml/2006/main">
            <a:r>
              <a:t>來源：C:/Users/ETLAB_NB_202204/Desktop/repo/project-delivery_3LM/images/螢幕擷取畫面 2026-09-14 174828.png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完成後自動開啟網頁</a:t>
            </a:r>
          </a:p>
          <a:p xmlns:a="http://schemas.openxmlformats.org/drawingml/2006/main">
            <a:r>
              <a:t>當 open-webui 顯示 healthy 且 localhost:3000 回傳 HTTP 200，腳本會自動開啟瀏覽器，不需手動輸入網址。</a:t>
            </a:r>
          </a:p>
          <a:p xmlns:a="http://schemas.openxmlformats.org/drawingml/2006/main">
            <a:r>
              <a:t>來源：C:/Users/ETLAB_NB_202204/Desktop/repo/project-delivery_3LM/images/螢幕擷取畫面 2026-09-15 174829.png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瀏覽器自動開啟 Open WebUI</a:t>
            </a:r>
          </a:p>
          <a:p xmlns:a="http://schemas.openxmlformats.org/drawingml/2006/main">
            <a:r>
              <a:t>腳本完成檢查後會自動開啟 localhost:3000。若瀏覽器沒有開啟，再手動輸入網址並按「開始使用」。</a:t>
            </a:r>
          </a:p>
          <a:p xmlns:a="http://schemas.openxmlformats.org/drawingml/2006/main">
            <a:r>
              <a:t>來源：C:\Users\ETLAB_NB_202204\Desktop\repo\project-delivery_3LM\images\螢幕擷取畫面 2026-09-14 174840.png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建立第一個管理員帳號</a:t>
            </a:r>
          </a:p>
          <a:p xmlns:a="http://schemas.openxmlformats.org/drawingml/2006/main">
            <a:r>
              <a:t>第一個註冊帳號會成為管理員；Email 可使用課堂示範格式。</a:t>
            </a:r>
          </a:p>
          <a:p xmlns:a="http://schemas.openxmlformats.org/drawingml/2006/main">
            <a:r>
              <a:t>來源：C:\Users\ETLAB_NB_202204\Desktop\repo\project-delivery_3LM\images\螢幕擷取畫面 2026-09-14 175050.png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Open WebUI</a:t>
            </a:r>
          </a:p>
          <a:p xmlns:a="http://schemas.openxmlformats.org/drawingml/2006/main">
            <a:r>
              <a:t>關閉版本資訊視窗，回到主畫面。</a:t>
            </a:r>
          </a:p>
          <a:p xmlns:a="http://schemas.openxmlformats.org/drawingml/2006/main">
            <a:r>
              <a:t>來源：C:\Users\ETLAB_NB_202204\Desktop\repo\project-delivery_3LM\images\螢幕擷取畫面 2026-09-14 175105.png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尚未安裝可用模型</a:t>
            </a:r>
          </a:p>
          <a:p xmlns:a="http://schemas.openxmlformats.org/drawingml/2006/main">
            <a:r>
              <a:t>模型選單顯示暫無可用模型，下一步到設定下載。</a:t>
            </a:r>
          </a:p>
          <a:p xmlns:a="http://schemas.openxmlformats.org/drawingml/2006/main">
            <a:r>
              <a:t>來源：C:\Users\ETLAB_NB_202204\Desktop\repo\project-delivery_3LM\images\螢幕擷取畫面 2026-09-14 175123.png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開啟個人與管理設定</a:t>
            </a:r>
          </a:p>
          <a:p xmlns:a="http://schemas.openxmlformats.org/drawingml/2006/main">
            <a:r>
              <a:t>按左下角帳號名稱，進入設定與管理介面。</a:t>
            </a:r>
          </a:p>
          <a:p xmlns:a="http://schemas.openxmlformats.org/drawingml/2006/main">
            <a:r>
              <a:t>來源：C:\Users\ETLAB_NB_202204\Desktop\repo\project-delivery_3LM\images\螢幕擷取畫面 2026-09-14 175148.png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進入模型設定</a:t>
            </a:r>
          </a:p>
          <a:p xmlns:a="http://schemas.openxmlformats.org/drawingml/2006/main">
            <a:r>
              <a:t>管理員面板左側選「模型」。</a:t>
            </a:r>
          </a:p>
          <a:p xmlns:a="http://schemas.openxmlformats.org/drawingml/2006/main">
            <a:r>
              <a:t>來源：C:\Users\ETLAB_NB_202204\Desktop\repo\project-delivery_3LM\images\螢幕擷取畫面 2026-09-14 175413.png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Ollama 模型管理</a:t>
            </a:r>
          </a:p>
          <a:p xmlns:a="http://schemas.openxmlformats.org/drawingml/2006/main">
            <a:r>
              <a:t>右上角依序選「動作」→「管理」。</a:t>
            </a:r>
          </a:p>
          <a:p xmlns:a="http://schemas.openxmlformats.org/drawingml/2006/main">
            <a:r>
              <a:t>來源：C:\Users\ETLAB_NB_202204\Desktop\repo\project-delivery_3LM\images\螢幕擷取畫面 2026-09-14 175539.png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輸入模型標籤</a:t>
            </a:r>
          </a:p>
          <a:p xmlns:a="http://schemas.openxmlformats.org/drawingml/2006/main">
            <a:r>
              <a:t>在 Ollama.com 下載欄輸入 gemma3:4b，按下載。</a:t>
            </a:r>
          </a:p>
          <a:p xmlns:a="http://schemas.openxmlformats.org/drawingml/2006/main">
            <a:r>
              <a:t>來源：C:\Users\ETLAB_NB_202204\Desktop\repo\project-delivery_3LM\images\螢幕擷取畫面 2026-09-14 175557.png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模型下載已開始</a:t>
            </a:r>
          </a:p>
          <a:p xmlns:a="http://schemas.openxmlformats.org/drawingml/2006/main">
            <a:r>
              <a:t>出現模型名稱與進度條後，保持頁面與服務運作。</a:t>
            </a:r>
          </a:p>
          <a:p xmlns:a="http://schemas.openxmlformats.org/drawingml/2006/main">
            <a:r>
              <a:t>來源：C:\Users\ETLAB_NB_202204\Desktop\repo\project-delivery_3LM\images\螢幕擷取畫面 2026-09-14 175608.png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等待大型模型下載</a:t>
            </a:r>
          </a:p>
          <a:p xmlns:a="http://schemas.openxmlformats.org/drawingml/2006/main">
            <a:r>
              <a:t>下載可能需較長時間；百分比持續上升即可。</a:t>
            </a:r>
          </a:p>
          <a:p xmlns:a="http://schemas.openxmlformats.org/drawingml/2006/main">
            <a:r>
              <a:t>來源：C:\Users\ETLAB_NB_202204\Desktop\repo\project-delivery_3LM\images\螢幕擷取畫面 2026-09-14 182023.png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模型下載完成</a:t>
            </a:r>
          </a:p>
          <a:p xmlns:a="http://schemas.openxmlformats.org/drawingml/2006/main">
            <a:r>
              <a:t>進度到 100% 後，等待模型出現在清單。</a:t>
            </a:r>
          </a:p>
          <a:p xmlns:a="http://schemas.openxmlformats.org/drawingml/2006/main">
            <a:r>
              <a:t>來源：C:\Users\ETLAB_NB_202204\Desktop\repo\project-delivery_3LM\images\螢幕擷取畫面 2026-09-14 183355.png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確認模型已加入</a:t>
            </a:r>
          </a:p>
          <a:p xmlns:a="http://schemas.openxmlformats.org/drawingml/2006/main">
            <a:r>
              <a:t>模型清單出現 gemma3:4b，且右側開關已啟用。</a:t>
            </a:r>
          </a:p>
          <a:p xmlns:a="http://schemas.openxmlformats.org/drawingml/2006/main">
            <a:r>
              <a:t>來源：C:\Users\ETLAB_NB_202204\Desktop\repo\project-delivery_3LM\images\螢幕擷取畫面 2026-09-14 183433.png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隱藏 Arena Model</a:t>
            </a:r>
          </a:p>
          <a:p xmlns:a="http://schemas.openxmlformats.org/drawingml/2006/main">
            <a:r>
              <a:t>若不需要 Arena Model，可關閉右側開關，讓選單更單純。</a:t>
            </a:r>
          </a:p>
          <a:p xmlns:a="http://schemas.openxmlformats.org/drawingml/2006/main">
            <a:r>
              <a:t>來源：C:\Users\ETLAB_NB_202204\Desktop\repo\project-delivery_3LM\images\螢幕擷取畫面 2026-09-14 183454.png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依畫面設定模型功能</a:t>
            </a:r>
          </a:p>
          <a:p xmlns:a="http://schemas.openxmlformats.org/drawingml/2006/main">
            <a:r>
              <a:t>將開關設定成與畫面一致：只開啟「記憶」與「顯示即時回應狀態」，再按「儲存並更新」。</a:t>
            </a:r>
          </a:p>
          <a:p xmlns:a="http://schemas.openxmlformats.org/drawingml/2006/main">
            <a:r>
              <a:t>來源：C:\Users\ETLAB_NB_202204\Desktop\repo\project-delivery_3LM\images\螢幕擷取畫面 2026-09-14 183455.png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 gemma3:4b</a:t>
            </a:r>
          </a:p>
          <a:p xmlns:a="http://schemas.openxmlformats.org/drawingml/2006/main">
            <a:r>
              <a:t>回到對話首頁，從模型選單選 gemma3:4b。</a:t>
            </a:r>
          </a:p>
          <a:p xmlns:a="http://schemas.openxmlformats.org/drawingml/2006/main">
            <a:r>
              <a:t>來源：C:\Users\ETLAB_NB_202204\Desktop\repo\project-delivery_3LM\images\螢幕擷取畫面 2026-09-14 183522.png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完成第一次本機對話</a:t>
            </a:r>
          </a:p>
          <a:p xmlns:a="http://schemas.openxmlformats.org/drawingml/2006/main">
            <a:r>
              <a:t>輸入簡單測試句並確認模型能回覆；語言風格可用系統提示詞再調整。</a:t>
            </a:r>
          </a:p>
          <a:p xmlns:a="http://schemas.openxmlformats.org/drawingml/2006/main">
            <a:r>
              <a:t>來源：C:\Users\ETLAB_NB_202204\Desktop\repo\project-delivery_3LM\images\螢幕擷取畫面 2026-09-14 184259.png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下次開機的建議流程。Compose 使用 restart: unless-stopped。即使容器已自行恢復，執行腳本並選擇 1 仍可完成健康檢查並自動開啟網頁。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總結單元 00～04 的實作成果；本份簡報不預告後續單元。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1896b4eb844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e49c0e8cf45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767e9840443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0f0a0bed649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6271bc9ef49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e2567eb3645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9d9b6bfac431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ee6bd71314ff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86cab95a14717" /><Relationship Type="http://schemas.openxmlformats.org/officeDocument/2006/relationships/slideLayout" Target="/ppt/slideLayouts/slideLayout1.xml" Id="R36f657aee69d4b4e" /><Relationship Type="http://schemas.openxmlformats.org/officeDocument/2006/relationships/slideLayout" Target="/ppt/slideLayouts/slideLayout2.xml" Id="R58f6769e1f514991" /><Relationship Type="http://schemas.openxmlformats.org/officeDocument/2006/relationships/slideLayout" Target="/ppt/slideLayouts/slideLayout3.xml" Id="R8d1b1a0f1a5b43ab" /><Relationship Type="http://schemas.openxmlformats.org/officeDocument/2006/relationships/slideLayout" Target="/ppt/slideLayouts/slideLayout4.xml" Id="Rc3970e5f04554330" /><Relationship Type="http://schemas.openxmlformats.org/officeDocument/2006/relationships/slideLayout" Target="/ppt/slideLayouts/slideLayout5.xml" Id="Rdaffedb2a1004f57" /><Relationship Type="http://schemas.openxmlformats.org/officeDocument/2006/relationships/slideLayout" Target="/ppt/slideLayouts/slideLayout6.xml" Id="R590940e4fc2d4c98" /><Relationship Type="http://schemas.openxmlformats.org/officeDocument/2006/relationships/slideLayout" Target="/ppt/slideLayouts/slideLayout7.xml" Id="R44e60b3b31394382" /><Relationship Type="http://schemas.openxmlformats.org/officeDocument/2006/relationships/slideLayout" Target="/ppt/slideLayouts/slideLayout8.xml" Id="R3779178c117940b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f657aee69d4b4e"/>
    <p:sldLayoutId xmlns:r="http://schemas.openxmlformats.org/officeDocument/2006/relationships" id="2147483650" r:id="R58f6769e1f514991"/>
    <p:sldLayoutId xmlns:r="http://schemas.openxmlformats.org/officeDocument/2006/relationships" id="2147483651" r:id="R8d1b1a0f1a5b43ab"/>
    <p:sldLayoutId xmlns:r="http://schemas.openxmlformats.org/officeDocument/2006/relationships" id="2147483652" r:id="Rc3970e5f04554330"/>
    <p:sldLayoutId xmlns:r="http://schemas.openxmlformats.org/officeDocument/2006/relationships" id="2147483653" r:id="Rdaffedb2a1004f57"/>
    <p:sldLayoutId xmlns:r="http://schemas.openxmlformats.org/officeDocument/2006/relationships" id="2147483654" r:id="R590940e4fc2d4c98"/>
    <p:sldLayoutId xmlns:r="http://schemas.openxmlformats.org/officeDocument/2006/relationships" id="2147483655" r:id="R44e60b3b31394382"/>
    <p:sldLayoutId xmlns:r="http://schemas.openxmlformats.org/officeDocument/2006/relationships" id="2147483656" r:id="R3779178c117940b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522cce44ac44b02" /><Relationship Type="http://schemas.openxmlformats.org/officeDocument/2006/relationships/notesSlide" Target="/ppt/notesSlides/notesSlide1.xml" Id="R12ddc5225a544b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ccd0193ea4c49af" /><Relationship Type="http://schemas.openxmlformats.org/officeDocument/2006/relationships/notesSlide" Target="/ppt/notesSlides/notesSlide2.xml" Id="Rcfda0fb427ab4e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5f5ed6a757c41ff" /><Relationship Type="http://schemas.openxmlformats.org/officeDocument/2006/relationships/notesSlide" Target="/ppt/notesSlides/notesSlide3.xml" Id="R98ff5918296c44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c346b9665594372" /><Relationship Type="http://schemas.openxmlformats.org/officeDocument/2006/relationships/notesSlide" Target="/ppt/notesSlides/notesSlide4.xml" Id="R61438d8ddf5a48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3c0d8876be74393" /><Relationship Type="http://schemas.openxmlformats.org/officeDocument/2006/relationships/notesSlide" Target="/ppt/notesSlides/notesSlide5.xml" Id="R4302afc547404e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5fd2293bf7b4f1b" /><Relationship Type="http://schemas.openxmlformats.org/officeDocument/2006/relationships/notesSlide" Target="/ppt/notesSlides/notesSlide6.xml" Id="R91e1c2492cd742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2f4731648134843" /><Relationship Type="http://schemas.openxmlformats.org/officeDocument/2006/relationships/image" Target="/ppt/media/image.png" Id="R9b211c7a2ede4451" /><Relationship Type="http://schemas.openxmlformats.org/officeDocument/2006/relationships/notesSlide" Target="/ppt/notesSlides/notesSlide7.xml" Id="Ra906a4a9e3d046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c184f1a8b8c4a7b" /><Relationship Type="http://schemas.openxmlformats.org/officeDocument/2006/relationships/image" Target="/ppt/media/image2.png" Id="R7f7788d2348d451c" /><Relationship Type="http://schemas.openxmlformats.org/officeDocument/2006/relationships/notesSlide" Target="/ppt/notesSlides/notesSlide8.xml" Id="Rb21d76c2e86d43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433833c595d4209" /><Relationship Type="http://schemas.openxmlformats.org/officeDocument/2006/relationships/image" Target="/ppt/media/image3.png" Id="Reea1a3d25a504d23" /><Relationship Type="http://schemas.openxmlformats.org/officeDocument/2006/relationships/notesSlide" Target="/ppt/notesSlides/notesSlide9.xml" Id="R9604560391374e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b0b3ef01b474a65" /><Relationship Type="http://schemas.openxmlformats.org/officeDocument/2006/relationships/image" Target="/ppt/media/image4.png" Id="R6e0f9bb6c0c548fe" /><Relationship Type="http://schemas.openxmlformats.org/officeDocument/2006/relationships/notesSlide" Target="/ppt/notesSlides/notesSlide10.xml" Id="R45f8ee65b1b042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2141303969545ce" /><Relationship Type="http://schemas.openxmlformats.org/officeDocument/2006/relationships/image" Target="/ppt/media/image5.png" Id="R05f68e1f63f94aed" /><Relationship Type="http://schemas.openxmlformats.org/officeDocument/2006/relationships/notesSlide" Target="/ppt/notesSlides/notesSlide11.xml" Id="Re03d00b952fa4e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e61b3426c046a7" /><Relationship Type="http://schemas.openxmlformats.org/officeDocument/2006/relationships/image" Target="/ppt/media/image6.png" Id="Rc1905d58692d4247" /><Relationship Type="http://schemas.openxmlformats.org/officeDocument/2006/relationships/notesSlide" Target="/ppt/notesSlides/notesSlide12.xml" Id="R096377294c0349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c736d3531a4403c" /><Relationship Type="http://schemas.openxmlformats.org/officeDocument/2006/relationships/image" Target="/ppt/media/image7.png" Id="Rc16b1200b2cc4eab" /><Relationship Type="http://schemas.openxmlformats.org/officeDocument/2006/relationships/notesSlide" Target="/ppt/notesSlides/notesSlide13.xml" Id="R0b16cd42dbf04f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67f5f8928dc4506" /><Relationship Type="http://schemas.openxmlformats.org/officeDocument/2006/relationships/image" Target="/ppt/media/image8.png" Id="Rece06b8a4e274009" /><Relationship Type="http://schemas.openxmlformats.org/officeDocument/2006/relationships/notesSlide" Target="/ppt/notesSlides/notesSlide14.xml" Id="Rcc3928506abb4f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7703c3525834356" /><Relationship Type="http://schemas.openxmlformats.org/officeDocument/2006/relationships/image" Target="/ppt/media/image9.png" Id="R32cc1d7231f0454c" /><Relationship Type="http://schemas.openxmlformats.org/officeDocument/2006/relationships/notesSlide" Target="/ppt/notesSlides/notesSlide15.xml" Id="R9f411644a5f843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6b04fca41174821" /><Relationship Type="http://schemas.openxmlformats.org/officeDocument/2006/relationships/image" Target="/ppt/media/image10.png" Id="R8077087d7c7d4cd3" /><Relationship Type="http://schemas.openxmlformats.org/officeDocument/2006/relationships/notesSlide" Target="/ppt/notesSlides/notesSlide16.xml" Id="Re91adef98e4044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6995ee5e92e4d39" /><Relationship Type="http://schemas.openxmlformats.org/officeDocument/2006/relationships/image" Target="/ppt/media/image11.png" Id="R80d268fb320247fa" /><Relationship Type="http://schemas.openxmlformats.org/officeDocument/2006/relationships/notesSlide" Target="/ppt/notesSlides/notesSlide17.xml" Id="Raf5d5191d5774c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b9fe7b5a9c24e1b" /><Relationship Type="http://schemas.openxmlformats.org/officeDocument/2006/relationships/image" Target="/ppt/media/image12.png" Id="Rea1341be2b184850" /><Relationship Type="http://schemas.openxmlformats.org/officeDocument/2006/relationships/notesSlide" Target="/ppt/notesSlides/notesSlide18.xml" Id="R6975005c3f4143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e35c26a0a7846be" /><Relationship Type="http://schemas.openxmlformats.org/officeDocument/2006/relationships/image" Target="/ppt/media/image13.png" Id="R729e97a2f9184e9c" /><Relationship Type="http://schemas.openxmlformats.org/officeDocument/2006/relationships/notesSlide" Target="/ppt/notesSlides/notesSlide19.xml" Id="R87e01eb3702a48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2ef45e2e0694a1a" /><Relationship Type="http://schemas.openxmlformats.org/officeDocument/2006/relationships/image" Target="/ppt/media/image14.png" Id="R816b55d62864401f" /><Relationship Type="http://schemas.openxmlformats.org/officeDocument/2006/relationships/notesSlide" Target="/ppt/notesSlides/notesSlide20.xml" Id="R539740f54d7e44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a4415cfa71948f0" /><Relationship Type="http://schemas.openxmlformats.org/officeDocument/2006/relationships/image" Target="/ppt/media/image15.png" Id="R630ce650d0d748cf" /><Relationship Type="http://schemas.openxmlformats.org/officeDocument/2006/relationships/notesSlide" Target="/ppt/notesSlides/notesSlide21.xml" Id="R46b4c359eb1d4b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00d35b7ba114b3a" /><Relationship Type="http://schemas.openxmlformats.org/officeDocument/2006/relationships/image" Target="/ppt/media/image16.png" Id="R8f0c5c021c6045fb" /><Relationship Type="http://schemas.openxmlformats.org/officeDocument/2006/relationships/notesSlide" Target="/ppt/notesSlides/notesSlide22.xml" Id="Rf3badbb94e9f42e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684671f1a6141ca" /><Relationship Type="http://schemas.openxmlformats.org/officeDocument/2006/relationships/image" Target="/ppt/media/image17.png" Id="Rde616ef8664a4ab1" /><Relationship Type="http://schemas.openxmlformats.org/officeDocument/2006/relationships/notesSlide" Target="/ppt/notesSlides/notesSlide23.xml" Id="R7257310ae21f44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73c3350f4964b29" /><Relationship Type="http://schemas.openxmlformats.org/officeDocument/2006/relationships/image" Target="/ppt/media/image18.png" Id="R85a152eb31ed4d37" /><Relationship Type="http://schemas.openxmlformats.org/officeDocument/2006/relationships/notesSlide" Target="/ppt/notesSlides/notesSlide24.xml" Id="R9ed5e24a1f0344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101eb40d5d14c9f" /><Relationship Type="http://schemas.openxmlformats.org/officeDocument/2006/relationships/image" Target="/ppt/media/image19.png" Id="R0d6e3be29a1843e6" /><Relationship Type="http://schemas.openxmlformats.org/officeDocument/2006/relationships/notesSlide" Target="/ppt/notesSlides/notesSlide25.xml" Id="Rfd9a835880b240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cd2476abeb347d3" /><Relationship Type="http://schemas.openxmlformats.org/officeDocument/2006/relationships/image" Target="/ppt/media/image20.png" Id="R191e9d5800734f9a" /><Relationship Type="http://schemas.openxmlformats.org/officeDocument/2006/relationships/notesSlide" Target="/ppt/notesSlides/notesSlide26.xml" Id="Rd56e992438ee4c6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72f519de5604502" /><Relationship Type="http://schemas.openxmlformats.org/officeDocument/2006/relationships/image" Target="/ppt/media/image21.png" Id="Rcd4e2015895f422e" /><Relationship Type="http://schemas.openxmlformats.org/officeDocument/2006/relationships/notesSlide" Target="/ppt/notesSlides/notesSlide27.xml" Id="R68d7c9bd3495483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0cbb66884c74b4a" /><Relationship Type="http://schemas.openxmlformats.org/officeDocument/2006/relationships/image" Target="/ppt/media/image22.png" Id="Rdbfe5fc857b34a3e" /><Relationship Type="http://schemas.openxmlformats.org/officeDocument/2006/relationships/notesSlide" Target="/ppt/notesSlides/notesSlide28.xml" Id="Rb42a07f585c54b8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6300ae74d5f48f9" /><Relationship Type="http://schemas.openxmlformats.org/officeDocument/2006/relationships/image" Target="/ppt/media/image23.png" Id="R6966d0e39dcc435a" /><Relationship Type="http://schemas.openxmlformats.org/officeDocument/2006/relationships/notesSlide" Target="/ppt/notesSlides/notesSlide29.xml" Id="R716f350d40bf48d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6fba04dd269490d" /><Relationship Type="http://schemas.openxmlformats.org/officeDocument/2006/relationships/image" Target="/ppt/media/image24.png" Id="Reedb095a13e74382" /><Relationship Type="http://schemas.openxmlformats.org/officeDocument/2006/relationships/notesSlide" Target="/ppt/notesSlides/notesSlide30.xml" Id="R0c67e1574b324a8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8200d481a21496b" /><Relationship Type="http://schemas.openxmlformats.org/officeDocument/2006/relationships/image" Target="/ppt/media/image25.png" Id="Rd0143aee336442f1" /><Relationship Type="http://schemas.openxmlformats.org/officeDocument/2006/relationships/notesSlide" Target="/ppt/notesSlides/notesSlide31.xml" Id="Rbfa40ef12e124b1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faacb5f385e4974" /><Relationship Type="http://schemas.openxmlformats.org/officeDocument/2006/relationships/image" Target="/ppt/media/image26.png" Id="R3873ba63c78e4f30" /><Relationship Type="http://schemas.openxmlformats.org/officeDocument/2006/relationships/notesSlide" Target="/ppt/notesSlides/notesSlide32.xml" Id="R229aafcb78ed416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3bea05484fc4aa3" /><Relationship Type="http://schemas.openxmlformats.org/officeDocument/2006/relationships/image" Target="/ppt/media/image27.png" Id="R8d33ff86515340d0" /><Relationship Type="http://schemas.openxmlformats.org/officeDocument/2006/relationships/notesSlide" Target="/ppt/notesSlides/notesSlide33.xml" Id="R1db36f6ac4224d0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0f13029a84f4afa" /><Relationship Type="http://schemas.openxmlformats.org/officeDocument/2006/relationships/image" Target="/ppt/media/image28.png" Id="R384d6bd2eeea4d91" /><Relationship Type="http://schemas.openxmlformats.org/officeDocument/2006/relationships/notesSlide" Target="/ppt/notesSlides/notesSlide34.xml" Id="R49b48acb67c74bd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2c9b18c55ed4c7f" /><Relationship Type="http://schemas.openxmlformats.org/officeDocument/2006/relationships/image" Target="/ppt/media/image29.png" Id="R6520579d956f442a" /><Relationship Type="http://schemas.openxmlformats.org/officeDocument/2006/relationships/notesSlide" Target="/ppt/notesSlides/notesSlide35.xml" Id="R9c1feea2441f49d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3375724a2574c77" /><Relationship Type="http://schemas.openxmlformats.org/officeDocument/2006/relationships/image" Target="/ppt/media/image30.png" Id="R08242ccdab404ed4" /><Relationship Type="http://schemas.openxmlformats.org/officeDocument/2006/relationships/notesSlide" Target="/ppt/notesSlides/notesSlide36.xml" Id="R54a52be629e744a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8d266f1de6c4748" /><Relationship Type="http://schemas.openxmlformats.org/officeDocument/2006/relationships/image" Target="/ppt/media/image31.png" Id="R7a63f06b3324480d" /><Relationship Type="http://schemas.openxmlformats.org/officeDocument/2006/relationships/notesSlide" Target="/ppt/notesSlides/notesSlide37.xml" Id="R7b77048b913b4be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c40594665aa42a6" /><Relationship Type="http://schemas.openxmlformats.org/officeDocument/2006/relationships/image" Target="/ppt/media/image32.png" Id="R8c971723299547b7" /><Relationship Type="http://schemas.openxmlformats.org/officeDocument/2006/relationships/notesSlide" Target="/ppt/notesSlides/notesSlide38.xml" Id="Rff2384b457d94b4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565d1015e2748b1" /><Relationship Type="http://schemas.openxmlformats.org/officeDocument/2006/relationships/image" Target="/ppt/media/image33.png" Id="R982178bd98ae4d71" /><Relationship Type="http://schemas.openxmlformats.org/officeDocument/2006/relationships/notesSlide" Target="/ppt/notesSlides/notesSlide39.xml" Id="Rc0d985c297bf416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49bc08ea5d04930" /><Relationship Type="http://schemas.openxmlformats.org/officeDocument/2006/relationships/image" Target="/ppt/media/image34.png" Id="R094a79675d3344f7" /><Relationship Type="http://schemas.openxmlformats.org/officeDocument/2006/relationships/notesSlide" Target="/ppt/notesSlides/notesSlide40.xml" Id="R8346f45dd1804f8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c924823ec174b36" /><Relationship Type="http://schemas.openxmlformats.org/officeDocument/2006/relationships/image" Target="/ppt/media/image35.png" Id="Rd2b31e89503c4815" /><Relationship Type="http://schemas.openxmlformats.org/officeDocument/2006/relationships/notesSlide" Target="/ppt/notesSlides/notesSlide41.xml" Id="R79d36c263dac4d6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900ae4c65d642e2" /><Relationship Type="http://schemas.openxmlformats.org/officeDocument/2006/relationships/image" Target="/ppt/media/image36.png" Id="R6e816897d28d4e88" /><Relationship Type="http://schemas.openxmlformats.org/officeDocument/2006/relationships/notesSlide" Target="/ppt/notesSlides/notesSlide42.xml" Id="R62e247c301a9488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4961120262140ba" /><Relationship Type="http://schemas.openxmlformats.org/officeDocument/2006/relationships/image" Target="/ppt/media/image37.png" Id="Refdea87c1287449e" /><Relationship Type="http://schemas.openxmlformats.org/officeDocument/2006/relationships/notesSlide" Target="/ppt/notesSlides/notesSlide43.xml" Id="Rdd3526687365474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f422b23cbb248d2" /><Relationship Type="http://schemas.openxmlformats.org/officeDocument/2006/relationships/image" Target="/ppt/media/image38.png" Id="R4064658a6c1d4a49" /><Relationship Type="http://schemas.openxmlformats.org/officeDocument/2006/relationships/notesSlide" Target="/ppt/notesSlides/notesSlide44.xml" Id="R8f14b123391943a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c177d9669444e2b" /><Relationship Type="http://schemas.openxmlformats.org/officeDocument/2006/relationships/image" Target="/ppt/media/image39.png" Id="R09f0221235ea4b88" /><Relationship Type="http://schemas.openxmlformats.org/officeDocument/2006/relationships/notesSlide" Target="/ppt/notesSlides/notesSlide45.xml" Id="Ra6cbe5d1a7af488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05760cc5d7b44a8" /><Relationship Type="http://schemas.openxmlformats.org/officeDocument/2006/relationships/image" Target="/ppt/media/image40.png" Id="Rc9841d0b9c3443ea" /><Relationship Type="http://schemas.openxmlformats.org/officeDocument/2006/relationships/notesSlide" Target="/ppt/notesSlides/notesSlide46.xml" Id="R2c803d6fe76042c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84f8585dd614599" /><Relationship Type="http://schemas.openxmlformats.org/officeDocument/2006/relationships/image" Target="/ppt/media/image41.png" Id="Re43da43efcd3405d" /><Relationship Type="http://schemas.openxmlformats.org/officeDocument/2006/relationships/notesSlide" Target="/ppt/notesSlides/notesSlide47.xml" Id="Rc842e26a36734a3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c6ca9cc3aae42f5" /><Relationship Type="http://schemas.openxmlformats.org/officeDocument/2006/relationships/image" Target="/ppt/media/image42.png" Id="R5ceaa3aa1a7346f1" /><Relationship Type="http://schemas.openxmlformats.org/officeDocument/2006/relationships/notesSlide" Target="/ppt/notesSlides/notesSlide48.xml" Id="R6103dd9cd8224ec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4fb7f58de8d4174" /><Relationship Type="http://schemas.openxmlformats.org/officeDocument/2006/relationships/image" Target="/ppt/media/image43.png" Id="R5324bee6f7934bef" /><Relationship Type="http://schemas.openxmlformats.org/officeDocument/2006/relationships/notesSlide" Target="/ppt/notesSlides/notesSlide49.xml" Id="R345fe33c07144f1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3d30f1e961343f3" /><Relationship Type="http://schemas.openxmlformats.org/officeDocument/2006/relationships/image" Target="/ppt/media/image44.png" Id="R1b4ae48afa8f4638" /><Relationship Type="http://schemas.openxmlformats.org/officeDocument/2006/relationships/notesSlide" Target="/ppt/notesSlides/notesSlide50.xml" Id="R224b1b5b96e34ae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24c8785517a471d" /><Relationship Type="http://schemas.openxmlformats.org/officeDocument/2006/relationships/image" Target="/ppt/media/image45.png" Id="R68350cdd29384ddc" /><Relationship Type="http://schemas.openxmlformats.org/officeDocument/2006/relationships/notesSlide" Target="/ppt/notesSlides/notesSlide51.xml" Id="Rd15bf38aee4744b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7a9dc0c9eb84b4c" /><Relationship Type="http://schemas.openxmlformats.org/officeDocument/2006/relationships/image" Target="/ppt/media/image46.png" Id="R288f90f63a724818" /><Relationship Type="http://schemas.openxmlformats.org/officeDocument/2006/relationships/notesSlide" Target="/ppt/notesSlides/notesSlide52.xml" Id="Rb7bb26dd5052494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25544f551394f61" /><Relationship Type="http://schemas.openxmlformats.org/officeDocument/2006/relationships/image" Target="/ppt/media/image47.png" Id="R3d2646cedad64a97" /><Relationship Type="http://schemas.openxmlformats.org/officeDocument/2006/relationships/notesSlide" Target="/ppt/notesSlides/notesSlide53.xml" Id="Rc85cfb586066456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122566d96de4d35" /><Relationship Type="http://schemas.openxmlformats.org/officeDocument/2006/relationships/image" Target="/ppt/media/image48.png" Id="Rb4b341be4b614fe6" /><Relationship Type="http://schemas.openxmlformats.org/officeDocument/2006/relationships/notesSlide" Target="/ppt/notesSlides/notesSlide54.xml" Id="R7717b6f19f154e5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bad3d84fdd64474" /><Relationship Type="http://schemas.openxmlformats.org/officeDocument/2006/relationships/image" Target="/ppt/media/image49.png" Id="R5633e58dc2214e85" /><Relationship Type="http://schemas.openxmlformats.org/officeDocument/2006/relationships/notesSlide" Target="/ppt/notesSlides/notesSlide55.xml" Id="R159da5c6af3e4a4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859e4bd4d304828" /><Relationship Type="http://schemas.openxmlformats.org/officeDocument/2006/relationships/image" Target="/ppt/media/image50.png" Id="Rd9972aa091fe4e93" /><Relationship Type="http://schemas.openxmlformats.org/officeDocument/2006/relationships/notesSlide" Target="/ppt/notesSlides/notesSlide56.xml" Id="R6b74d85691814ac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aec067de6334c59" /><Relationship Type="http://schemas.openxmlformats.org/officeDocument/2006/relationships/notesSlide" Target="/ppt/notesSlides/notesSlide57.xml" Id="R9bc5200ba97a407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4cb2fe5c823489b" /><Relationship Type="http://schemas.openxmlformats.org/officeDocument/2006/relationships/notesSlide" Target="/ppt/notesSlides/notesSlide58.xml" Id="Rfdcdedc690764a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EE336-13DB-4D00-A578-9B9C18D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課堂操作簡報｜單元 00～04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37E89-8B41-4A3F-8FB2-B2BFD61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Windows 11</a:t>
            </a:r>
          </a:p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地端 AI 建置實作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C9B65-846A-447B-8302-AE5E8EEE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從環境檢查，到 gemma3:4b 的第一段本機對話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5C46C-BB14-4C9D-B12F-619DF547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4679E-500F-496E-882A-AC143326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在自己的電腦上</a:t>
            </a:r>
          </a:p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啟動一套可對話的地端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BB500-69E4-400E-BAD9-5CD6AF53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完成後，瀏覽器會連到 Open WebUI，並由本機的 gemma3:4b 產生回覆。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E21E6-8733-463D-B051-33D5E0A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本份教材範圍：單元 00～04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10E13-E8FF-443D-B8A6-9267C369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0475F-67E6-4488-B1ED-20DB672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B87C1-3C69-4C75-BD73-1C960919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單元 00～04 的操作路線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BF55B-5FBA-4CAC-B1B9-CBE30C0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每一張截圖只處理一個動作，依序完成即可。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806AA-BCBE-44E5-972D-805BB17C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CA4E5-9D1A-4F34-8519-A89DC46A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課前檢查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2C2C9-5643-49DA-B1E7-E4362537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Windows、WSL、虛擬化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DE901-E219-4A86-81EA-72F470EE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82A5D-48EE-410D-B24F-703AAFD8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基本觀念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42EB6-F8AB-41E4-9D50-C96A6D1A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地端 AI、模型與服務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E6DFC-5AEC-4767-A06A-5FD1FC07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A3E8E-CFE9-4583-94FC-607C7FCF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安裝環境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46B01-4C4E-4DAE-BC70-126E197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Docker Desktop + WSL2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1ACDF-C6BF-4B11-9A5A-94446B78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329D6-C978-4E61-9296-C45C5B0D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啟動服務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F9288-7F0D-48D6-A591-819DE0A6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5F541-7371-4E14-9353-892B1681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9FE1B-116D-4F6C-AC57-76A9595B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本機對話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120C6-C4B3-403B-91A6-93AF90F6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gemma3:4b 與第一次回覆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75713-EA9C-4444-A71A-282A4B4A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7D8C0-1F5C-4286-9902-9F78F807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7F825-837B-4587-A3A7-55962B85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投影時的閱讀方式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03CA6-B63F-4CBA-AC59-5A00C68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一張截圖，只講一個動作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1C2C0-BFA7-448F-9335-8F77106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先找畫面中的位置，再執行動作，最後核對結果。</a:t>
            </a:r>
          </a:p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畫面不一樣時先停下來，不要連續點選。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C759F-8E88-4C69-9592-F6875CB5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3C634-1C34-4F09-9735-43A4BFB6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2E9C1-FF1F-4D52-AE85-D47C67DC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做動作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D0340-065D-4E9A-A68F-E789508A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D8569-FF88-48CC-A3BF-FAE5364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745AC-D2F9-4E06-9A41-1A9728BD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C4D93-1BB9-4926-9067-8F24393E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B913E-5CF1-47D9-B876-AF92E4D0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開始前先確認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6B97B-879A-4E02-9483-7ACB8F7E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準備條件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31ED6-81A7-43D1-BC01-825839F4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電腦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穩定網路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至少 50 GB 可用磁碟空間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可在需要時輸入系統管理員密碼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BDE9A-5040-4CEA-8992-F81B913F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操作原則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223A8-6DBC-4104-A040-1532E6F7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第一次下載會比較久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終端機執行時不要關閉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錯誤畫面先截圖再處理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完成一頁，再進到下一頁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9B591-ECF8-4C3A-801B-7139BD4F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397BE-D5C8-49D3-AC49-A8B31CA7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9A5C3-ED9C-436F-BDE9-D0CEF14A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單元 00～04 的完成標準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FA6FF-523B-4ADD-8E35-2F6C7DF5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做到這三件事，就完成本次實作。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4B94C-BE24-4C9D-8047-6CC97401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C4F5F-CE5B-4D7F-B76D-62C15266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Docker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E524B-F4E0-4753-846E-777C220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狀態顯示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7B630-24D0-4E1A-BEF7-4719E949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C3B7A-2B83-4159-8C9D-0D13EB3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B4084-79A2-4379-AA1E-1CC043E1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服務成功啟動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1A903-CB47-406F-8406-E575DE67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E58C2-37AF-4055-8F2C-E2D48EA0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gemma3:4b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DD0FA-6496-417F-86A4-BEB1C50A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能產生第一段回覆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F065F-1C12-45DF-BFD5-9C8CB55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0DB55-3FA9-4FB5-B77A-DEE0165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54CD7-7CBA-4E9F-95B3-0BAF10D2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教材下載位置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BB103-A5F1-4B49-BD25-10365352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01/50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11c7a2ede4451"/>
          <a:srcRect xmlns:a="http://schemas.openxmlformats.org/drawingml/2006/main" l="0" t="9750" r="0" b="9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2494" y="952500"/>
            <a:ext cx="7827011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DD629-AD3A-45C0-8F00-81CF1CEA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494" y="5130165"/>
            <a:ext cx="7827011" cy="699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63674-B406-4E3D-A11B-69EFE94B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GitHub 專案頁確認儲存庫名稱；本次只使用單元 00～04。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C9334-DAE9-49D8-BB15-98038E4F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44905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EEA29-B8D4-4972-8D20-000FA3C1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ZIP 教材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9FC9E-63DE-4C5F-B058-87BFCB88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02/50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788d2348d451c"/>
          <a:stretch xmlns:a="http://schemas.openxmlformats.org/drawingml/2006/main"/>
        </p:blipFill>
        <p:spPr>
          <a:xfrm xmlns:a="http://schemas.openxmlformats.org/drawingml/2006/main">
            <a:off x="2834800" y="952500"/>
            <a:ext cx="652240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E5E1-D895-4895-B81D-818C6962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 Code，選 Download ZIP，將完整教材下載到電腦。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EA703-5EFB-4242-B7AA-33EE1B42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706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9B29E-EF8A-46B3-A8ED-4EAB1F5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找到教材壓縮檔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3904B-3F34-4467-BA00-137A2CB0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03/50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8B427-9A24-4668-A1B6-B105A6CE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在下載資料夾選取 project-delivery_3LM-main.zip。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1a3d25a504d23"/>
          <a:stretch xmlns:a="http://schemas.openxmlformats.org/drawingml/2006/main"/>
        </p:blipFill>
        <p:spPr>
          <a:xfrm xmlns:a="http://schemas.openxmlformats.org/drawingml/2006/main">
            <a:off x="662096" y="1866900"/>
            <a:ext cx="10867808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163F3-0568-4FA1-B533-2AE36878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75333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580A9-222D-45E4-95E9-17E79511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顯示完整右鍵選單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E52DF-D65D-448C-B71D-7B791DB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04/50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f9bb6c0c548fe"/>
          <a:stretch xmlns:a="http://schemas.openxmlformats.org/drawingml/2006/main"/>
        </p:blipFill>
        <p:spPr>
          <a:xfrm xmlns:a="http://schemas.openxmlformats.org/drawingml/2006/main">
            <a:off x="1993446" y="952500"/>
            <a:ext cx="820510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8875C-640C-4356-A50A-66892764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先選「顯示其他選項」，才能看到 7-Zip。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C19A0-8C99-420B-9661-09CE8DD3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5755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5CE39-B013-49A8-B75B-37AED90A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7-Zip 解壓縮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57926-FF57-4B2C-B65C-33D188C9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05/50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68e1f63f94aed"/>
          <a:stretch xmlns:a="http://schemas.openxmlformats.org/drawingml/2006/main"/>
        </p:blipFill>
        <p:spPr>
          <a:xfrm xmlns:a="http://schemas.openxmlformats.org/drawingml/2006/main">
            <a:off x="1637607" y="952500"/>
            <a:ext cx="891678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3468C-09D7-44B1-AFDE-82F8FC6E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依序選 7-Zip → 解壓縮至此。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58548-83C8-4595-8801-BDA510B4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8328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9CCE2-2BEA-410E-90FB-373E4E38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確認資料夾已建立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335A9-CAD9-491F-8C16-3BF6B7E8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06/50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A6F78-6AD8-4E53-9923-5CF0B447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ZIP 旁出現同名資料夾，代表解壓縮完成。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05d58692d4247"/>
          <a:stretch xmlns:a="http://schemas.openxmlformats.org/drawingml/2006/main"/>
        </p:blipFill>
        <p:spPr>
          <a:xfrm xmlns:a="http://schemas.openxmlformats.org/drawingml/2006/main">
            <a:off x="457200" y="2388991"/>
            <a:ext cx="11277600" cy="23848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FBB84-9FF6-490A-A77E-9B5E16F5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84505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63C41-F902-4992-A80A-54928089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進入教材主資料夾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F8411-5C18-45A2-8E80-072B05D6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07/50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b1200b2cc4eab"/>
          <a:stretch xmlns:a="http://schemas.openxmlformats.org/drawingml/2006/main"/>
        </p:blipFill>
        <p:spPr>
          <a:xfrm xmlns:a="http://schemas.openxmlformats.org/drawingml/2006/main">
            <a:off x="2396923" y="952500"/>
            <a:ext cx="739815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0B047-FC5C-4AA2-9B62-237C64CC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本次依序操作單元 00～04；先從「00-課前硬體與環境檢查」開始。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E9187-5AA9-4D3D-9B75-B4DD8433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526593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A3507-951F-44EA-AB77-8C826486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執行環境檢查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9D301-8E89-4095-A773-8D487822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08/50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06b8a4e274009"/>
          <a:stretch xmlns:a="http://schemas.openxmlformats.org/drawingml/2006/main"/>
        </p:blipFill>
        <p:spPr>
          <a:xfrm xmlns:a="http://schemas.openxmlformats.org/drawingml/2006/main">
            <a:off x="457200" y="1013245"/>
            <a:ext cx="11277600" cy="47362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96DE1-49A3-4D62-9AC8-14BC6D62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00 單元中按兩下 00_check-environment。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24B1E-BC82-4AFA-AFAC-8733521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50208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3BF0E-8675-4055-8DD4-0B958CFF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允許安全性警告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9818E-1259-41A9-B41D-35C02780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09/50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c1d7231f0454c"/>
          <a:stretch xmlns:a="http://schemas.openxmlformats.org/drawingml/2006/main"/>
        </p:blipFill>
        <p:spPr>
          <a:xfrm xmlns:a="http://schemas.openxmlformats.org/drawingml/2006/main">
            <a:off x="2349131" y="952500"/>
            <a:ext cx="749373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CDC92-B24E-43CF-8BC6-98877B35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確認檔案來自課程教材後，按「執行」。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089E5-739F-4163-B0A8-66EF28BA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47077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72A82-AA92-4431-8C0A-1A0792CA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環境檢查啟動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0A1B0-1F25-49AC-AAE3-7F875E28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10/50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7087d7c7d4cd3"/>
          <a:stretch xmlns:a="http://schemas.openxmlformats.org/drawingml/2006/main"/>
        </p:blipFill>
        <p:spPr>
          <a:xfrm xmlns:a="http://schemas.openxmlformats.org/drawingml/2006/main">
            <a:off x="1443869" y="952500"/>
            <a:ext cx="930426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E4EEF-FCDA-4AA7-875B-C70B2B3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726" y="1170970"/>
            <a:ext cx="5526012" cy="398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Computer Environment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60049-9D65-421B-B163-8C395141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27" y="1659315"/>
            <a:ext cx="6425595" cy="436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Computer Environment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6444C-6BAA-41F8-AAA1-E76A5BA6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黑色視窗出現後先等待，不要關閉。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E6827-469D-4279-A229-EA8B6DC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0462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072CC-C099-4D19-9FB6-AA87B2B5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讀懂第一次檢查結果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5FFE5-1517-4233-9127-00D83DB6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11/50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268fb320247fa"/>
          <a:stretch xmlns:a="http://schemas.openxmlformats.org/drawingml/2006/main"/>
        </p:blipFill>
        <p:spPr>
          <a:xfrm xmlns:a="http://schemas.openxmlformats.org/drawingml/2006/main">
            <a:off x="767499" y="952500"/>
            <a:ext cx="1065700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81C3E-E05C-42B6-9875-4FCF4A2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66" y="1122772"/>
            <a:ext cx="4306871" cy="310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Computer Environment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EE1F2-3A6E-419A-BEF2-7009837D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11" y="1503379"/>
            <a:ext cx="5007990" cy="340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Computer Environment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FCD44-F9CD-447F-A8BB-5D38AE40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綠色 PASS 表示符合；Docker 尚未安裝或執行是此階段的正常狀態。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4C3A6-30DE-4AB2-9029-E4232157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942019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200D9-2105-42AE-A789-7152BC93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Docker 官方安裝頁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C7D35-2029-4700-93DC-76EA9A2D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12/50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341be2b184850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C2454-FAE4-4952-B00A-465BF58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使用 Docker 官方文件的 Windows 安裝頁。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EB261-DC12-428B-8A92-FE6D3773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522485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F86BD-654E-43E4-BFB3-ADB5F6DA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Windows x86_64 安裝程式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B72F9-9986-4712-A17C-FE08EA31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13/50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e97a2f9184e9c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FCEC1-3E7F-4A63-8E8C-21B0BFA7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Intel／AMD 一般 Windows 筆電選 x86_64。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EC228-6EE6-4873-ACEF-BEB45FA4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455018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AA330-6E83-437A-B9E1-C0DECCE0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關閉安裝文件分頁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3E6F8-B82F-4B58-8766-3F77A915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14/50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D6E0F-9BB7-4665-8E13-6724F6DA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下載已開始後，可關閉文件分頁並查看進度。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b55d62864401f"/>
          <a:stretch xmlns:a="http://schemas.openxmlformats.org/drawingml/2006/main"/>
        </p:blipFill>
        <p:spPr>
          <a:xfrm xmlns:a="http://schemas.openxmlformats.org/drawingml/2006/main">
            <a:off x="457200" y="2385832"/>
            <a:ext cx="11277600" cy="239113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E10D6-0056-4E87-8DC3-EFDB6CAC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956229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1D050-8857-4E27-8C4D-31C148F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等待安裝程式下載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96778-CFD2-4CC2-9BC7-B24DF991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15/50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ce650d0d748cf"/>
          <a:stretch xmlns:a="http://schemas.openxmlformats.org/drawingml/2006/main"/>
        </p:blipFill>
        <p:spPr>
          <a:xfrm xmlns:a="http://schemas.openxmlformats.org/drawingml/2006/main">
            <a:off x="495300" y="1089523"/>
            <a:ext cx="5143500" cy="495518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AED0E-ED83-4653-9F3E-A67E58BD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AE883-6F61-4058-96FD-F26155C0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檔案約 577 MB；等待下載列顯示完成。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50B6E-057D-4219-B36D-913EABB7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004FD-6746-4CD9-B229-414B864A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677986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F32E8-97F1-4FE8-9314-7F38884E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88D12-765C-4103-A9DE-D2BB162C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16/50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c5c021c6045fb"/>
          <a:stretch xmlns:a="http://schemas.openxmlformats.org/drawingml/2006/main"/>
        </p:blipFill>
        <p:spPr>
          <a:xfrm xmlns:a="http://schemas.openxmlformats.org/drawingml/2006/main">
            <a:off x="495300" y="1211736"/>
            <a:ext cx="5143500" cy="47107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A995C-C133-4D96-87A7-D007B42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85890-366D-4F52-8623-612B5EBC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下載完成後按資料夾圖示，開啟安裝程式所在位置。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B26F6-77CC-4834-B70E-3B95EEDF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6CE97-DB48-4A20-9908-AF9EAB8A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797482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969BD-9884-4AFD-B2B1-9531C454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 Installer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08599-8C7B-42B3-BC8F-DC8EA201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17/50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3E63C-B7A3-4A72-9DDF-2A9A20C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在下載資料夾按兩下 Docker Desktop Installer。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16ef8664a4ab1"/>
          <a:stretch xmlns:a="http://schemas.openxmlformats.org/drawingml/2006/main"/>
        </p:blipFill>
        <p:spPr>
          <a:xfrm xmlns:a="http://schemas.openxmlformats.org/drawingml/2006/main">
            <a:off x="457200" y="1927230"/>
            <a:ext cx="11277600" cy="33083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1CCED-0406-4F69-B26D-ABD52C59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314435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5C034-224B-4A0D-A056-2E5932D2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選擇每位使用者安裝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739F3-4E51-4717-8BE8-2F28A340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18/50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152eb31ed4d37"/>
          <a:stretch xmlns:a="http://schemas.openxmlformats.org/drawingml/2006/main"/>
        </p:blipFill>
        <p:spPr>
          <a:xfrm xmlns:a="http://schemas.openxmlformats.org/drawingml/2006/main">
            <a:off x="2742553" y="952500"/>
            <a:ext cx="670689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93B55-0D4B-4ED0-9995-F1B572D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保留建議的 Per-user installation，按 OK。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EA899-7ED9-4076-9072-48F96629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371767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03F69-2EF6-4904-9A68-46CB4FC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等待解壓縮與安裝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BD84F-9164-43BA-A979-D440A04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19/50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e3be29a1843e6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C81F0-A860-4D80-BD2F-A1C86743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安裝過程不要關閉視窗。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B3796-D9CD-4977-B60D-31001C0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6788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DD366-5419-4744-879F-6BCD10C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 Docker Desktop 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9791-2167-4FB2-8BB0-53367F1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20/50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e9d5800734f9a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63E6E-51AD-47EB-BDDE-016AB94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Installation succeeded 後按 Close。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EE0B9-CAA5-4BEA-8DD1-80BEEFE9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626786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FCD78-F531-429B-B766-0EBB9996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680E3-5094-4E50-A8C0-137A5FB6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21/50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e2015895f422e"/>
          <a:stretch xmlns:a="http://schemas.openxmlformats.org/drawingml/2006/main"/>
        </p:blipFill>
        <p:spPr>
          <a:xfrm xmlns:a="http://schemas.openxmlformats.org/drawingml/2006/main">
            <a:off x="1607724" y="1066800"/>
            <a:ext cx="2918653" cy="5000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B09E3-FD17-4DF7-9E90-0938607E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A92CC-B986-4ED8-B2EC-EAFCD4E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可從桌面捷徑或開始功能表開啟。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CF896-179C-419D-AC51-034F4F87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C981D-5620-4164-9D8E-171711CC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794330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9DCD0-4FF3-4DA0-8D60-DDA05975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接受服務條款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77AFA-2C3F-4987-8B3C-452BA1CD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22/50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e5fc857b34a3e"/>
          <a:stretch xmlns:a="http://schemas.openxmlformats.org/drawingml/2006/main"/>
        </p:blipFill>
        <p:spPr>
          <a:xfrm xmlns:a="http://schemas.openxmlformats.org/drawingml/2006/main">
            <a:off x="2214449" y="952500"/>
            <a:ext cx="776310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74911-6BD6-4339-927A-59B5D363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閱讀條款後按 Accept；大型企業商用可能需要付費方案。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15B78-5276-4F8B-9A2A-3E6B9076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280572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B8B12-DD3F-4ABA-9049-0B0500E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略過登入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E6A24-D0BB-4F3C-B5BE-28F4D2AC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23/50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6d0e39dcc435a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44E18-0E6A-417E-AB5E-9A3487E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本課以本機操作為主，可先按 Skip。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FED5B-CC42-43A9-98B9-B73B0371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082782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3DA55-0DD6-4C3C-B0A8-5C3254C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Engine 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7A40E-09FC-4C41-8831-E3500028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24/50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b095a13e74382"/>
          <a:stretch xmlns:a="http://schemas.openxmlformats.org/drawingml/2006/main"/>
        </p:blipFill>
        <p:spPr>
          <a:xfrm xmlns:a="http://schemas.openxmlformats.org/drawingml/2006/main">
            <a:off x="1903225" y="952500"/>
            <a:ext cx="83855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2E36D-CB5D-4256-AD7D-9F9F42B3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左下角顯示 Engine running，表示 Docker Desktop 已準備完成。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0C101-F424-4B3D-A042-A55E722D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666421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6B8F1-FF66-425C-B5EB-827E24D5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分支：虛擬化錯誤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8C76A-C5F6-4DF9-9D03-285E260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疑難排解（選用） · 分支 A1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43aee336442f1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6C1FB-12C5-4E37-AEC8-ECB5DD88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若出現 Virtualization support not detected，才進入此分支；正常者直接前往「重新檢查」。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A1DB8-BCB6-4ABC-B0B3-EA85E60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976442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61C29-6D5A-4F53-AE31-B16E59D3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分支：停止 Docker Desktop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BA4C9-E47F-495A-A95D-363A17ED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疑難排解（選用） · 分支 A2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3ba63c78e4f30"/>
          <a:stretch xmlns:a="http://schemas.openxmlformats.org/drawingml/2006/main"/>
        </p:blipFill>
        <p:spPr>
          <a:xfrm xmlns:a="http://schemas.openxmlformats.org/drawingml/2006/main">
            <a:off x="2272027" y="952500"/>
            <a:ext cx="764794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DD8AD-C920-4231-AC55-FA2A312E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疑難排解時先停止 Docker Desktop，再執行環境修復；正常流程不需要此步驟。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3793-8CAA-442E-B006-3BC93088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197022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25433-6965-445E-9BEB-ECC7C161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重新檢查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05906-D2D8-4F6C-A501-610FBCE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27/50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3ff86515340d0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61DEE-74D2-4DA3-AE30-9E32CC60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Firmware virtualization、Virtual Machine Platform、WSL 與 hypervisor 都應顯示 Enabled／Running。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8100A-C9FB-4875-A6D7-3779B144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88454302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C92E6-4C13-47EB-A081-110FA04F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Resource Saver 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A39D0-8ABD-41ED-A4A9-DDF5CEAE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28/50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d6bd2eeea4d91"/>
          <a:stretch xmlns:a="http://schemas.openxmlformats.org/drawingml/2006/main"/>
        </p:blipFill>
        <p:spPr>
          <a:xfrm xmlns:a="http://schemas.openxmlformats.org/drawingml/2006/main">
            <a:off x="1993294" y="952500"/>
            <a:ext cx="82054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232C4-BED2-4FB0-9118-8A425828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Resource Saver 不等於故障；Docker 閒置時會降低資源使用。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1EEE7-8584-4781-98E0-01F69F3C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788446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648D4-2273-4917-88D8-6CC36765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進入第 03 單元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5686C-95C1-4B2F-BA7E-AFA5AD2C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29/50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7B614-CDCE-4397-B044-B2C8716B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開啟「03-啟動-Ollama-與-Open-WebUI」資料夾。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0579d956f442a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679735"/>
            <a:ext cx="11277600" cy="180333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81A88-BADB-459A-97CA-29A0DBC7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4532"/>
            <a:ext cx="11277600" cy="3075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1CB6E-FE68-47A5-9529-EBDC8661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7218631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5A552-616B-419B-9EC7-54398835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認識第 03 單元檔案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579F1-914E-4932-B70C-14E70661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30/50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827F9-71EA-4042-B34D-0DE425F0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03_compose.yaml 定義服務；03_service-control 是操作入口。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42ccdab404ed4"/>
          <a:stretch xmlns:a="http://schemas.openxmlformats.org/drawingml/2006/main"/>
        </p:blipFill>
        <p:spPr>
          <a:xfrm xmlns:a="http://schemas.openxmlformats.org/drawingml/2006/main">
            <a:off x="457200" y="2135554"/>
            <a:ext cx="11277600" cy="28916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2181A-3E4E-455C-AE54-10E51E6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403715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0E30A-86FB-462C-81EE-B8AD19C5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啟動本機 AI 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35E45-4505-411E-845F-476E9DF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31/50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3f06b3324480d"/>
          <a:stretch xmlns:a="http://schemas.openxmlformats.org/drawingml/2006/main"/>
        </p:blipFill>
        <p:spPr>
          <a:xfrm xmlns:a="http://schemas.openxmlformats.org/drawingml/2006/main">
            <a:off x="2207032" y="952500"/>
            <a:ext cx="777793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302D-38AA-4884-940B-D9E49B3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按兩下服務控制程式，輸入 1 啟動 Ollama 與 Open WebUI。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73C79-DA8A-4757-8282-B2A3FE9C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8225249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71CA8-31B0-4A0E-A96D-50FE956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第一次啟動需要等待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57C8F-0033-4FAD-A580-2D5C2AEE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32/50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71723299547b7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7A86E-3B32-4DB5-94B5-51A6C11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系統會下載容器映像；時間依網路速度而定，視窗保持開啟。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1C030-DDF5-4A5A-839E-79314663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052310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B3242-F4A2-4502-BFFF-2CE29AF7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腳本持續檢查服務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F6338-31D1-4D9D-BB8D-BF578D0D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33/50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5EF81-A16A-4406-969A-CA74E8C1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health: starting 表示仍在啟動。保持視窗開啟，不要自行連線；腳本約每 5 秒更新 health、HTTP 與剩餘時間。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178bd98ae4d71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001623"/>
            <a:ext cx="11277600" cy="31595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6F192-971E-401C-B466-3A94B639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9266"/>
            <a:ext cx="11277600" cy="6509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7B090-3ED6-4F4F-B129-6866F46E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42453076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8CE13-F553-4461-A42A-639D9EA0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完成後自動開啟網頁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30260-4ED4-41E3-B7E1-0C2D6ABA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34/50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0DD5C-3A62-4F2D-BD3D-AF7AD3D6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當 open-webui 顯示 healthy 且 localhost:3000 回傳 HTTP 200，腳本會自動開啟瀏覽器，不需手動輸入網址。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a79675d3344f7"/>
          <a:stretch xmlns:a="http://schemas.openxmlformats.org/drawingml/2006/main"/>
        </p:blipFill>
        <p:spPr>
          <a:xfrm xmlns:a="http://schemas.openxmlformats.org/drawingml/2006/main">
            <a:off x="457200" y="2409504"/>
            <a:ext cx="11277600" cy="234379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FD0EA-5082-4CD9-B8A7-35C0E5F2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59621738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6390D-EBCA-402B-8F63-1778505C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瀏覽器自動開啟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E223A-F61B-44F2-AABF-E2E4EECD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35/50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31e89503c4815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6C759-5C28-46D1-ABA5-9801DB76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腳本完成檢查後會自動開啟 localhost:3000。若瀏覽器沒有開啟，再手動輸入網址並按「開始使用」。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5F303-0626-42DC-ACFD-5FC2ED81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4519229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CE427-4DAA-4924-816E-0E866C8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建立第一個管理員帳號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79A47-1DCC-49C0-B224-44D2D80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36/50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16897d28d4e88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C5E88-BBE6-4782-AEAA-812BC217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第一個註冊帳號會成為管理員；Email 可使用課堂示範格式。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21A68-0C47-4839-9B90-3BE0B405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1556851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0A823-2DF5-4F7E-A737-9879CB74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3121B-6F6E-45E6-8D0A-A4FCFE2C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37/50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ea87c1287449e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45503-A5A0-4469-85DE-E19673E4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關閉版本資訊視窗，回到主畫面。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17729-1754-4CFC-9600-3988513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64969048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1199B-1E50-4CDC-9B99-55E3FD32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尚未安裝可用模型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BD693-98CD-459B-8EF5-9C6FB994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38/50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4658a6c1d4a49"/>
          <a:stretch xmlns:a="http://schemas.openxmlformats.org/drawingml/2006/main"/>
        </p:blipFill>
        <p:spPr>
          <a:xfrm xmlns:a="http://schemas.openxmlformats.org/drawingml/2006/main">
            <a:off x="639056" y="952500"/>
            <a:ext cx="1091388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BA7B0-D109-49F2-8833-11FF3092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模型選單顯示暫無可用模型，下一步到設定下載。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B1C26-04F2-4597-AAFA-00847540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8599350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AC4CA-578F-4D7B-A42D-6FE9E99A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開啟個人與管理設定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D65C4-AD4A-45B2-808F-3F039E7E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39/50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0221235ea4b88"/>
          <a:stretch xmlns:a="http://schemas.openxmlformats.org/drawingml/2006/main"/>
        </p:blipFill>
        <p:spPr>
          <a:xfrm xmlns:a="http://schemas.openxmlformats.org/drawingml/2006/main">
            <a:off x="587658" y="952500"/>
            <a:ext cx="1101668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6DCDE-1721-4775-A238-DAC606F3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按左下角帳號名稱，進入設定與管理介面。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7F854-63CF-4122-84AB-7A2264D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97375011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7F40D-710F-43AE-9E87-AEF95CB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進入模型設定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C8C50-C688-4125-8B97-F12AE975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40/50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41d0b9c3443ea"/>
          <a:stretch xmlns:a="http://schemas.openxmlformats.org/drawingml/2006/main"/>
        </p:blipFill>
        <p:spPr>
          <a:xfrm xmlns:a="http://schemas.openxmlformats.org/drawingml/2006/main">
            <a:off x="1870105" y="952500"/>
            <a:ext cx="8451789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AEE80-2357-4001-96EF-E1B25FA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管理員面板左側選「模型」。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5B5CE-B01A-4FC5-A97F-9D4B2CAC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13279477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975DD-DF09-4464-A36C-FBA000A6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Ollama 模型管理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5BAFE-A7B2-4BCD-A197-FC77D7F3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41/50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da43efcd3405d"/>
          <a:stretch xmlns:a="http://schemas.openxmlformats.org/drawingml/2006/main"/>
        </p:blipFill>
        <p:spPr>
          <a:xfrm xmlns:a="http://schemas.openxmlformats.org/drawingml/2006/main">
            <a:off x="457200" y="1191097"/>
            <a:ext cx="11277600" cy="438055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D29DE-81AF-4572-BA54-706098DC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右上角依序選「動作」→「管理」。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CF351-53C1-4BD6-A9D4-353B6E5A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377112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E5692-10C1-495D-8825-D69C7396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輸入模型標籤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1FF03-FC70-4605-9E1D-F1A54583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42/50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aa3aa1a7346f1"/>
          <a:stretch xmlns:a="http://schemas.openxmlformats.org/drawingml/2006/main"/>
        </p:blipFill>
        <p:spPr>
          <a:xfrm xmlns:a="http://schemas.openxmlformats.org/drawingml/2006/main">
            <a:off x="2270367" y="952500"/>
            <a:ext cx="765126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42DDD-BFD9-487A-A18C-7CEBA777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Ollama.com 下載欄輸入 gemma3:4b，按下載。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AED2E-CB0E-423C-B6CA-C8E5E37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09368176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E6F9A-1063-4638-B8B4-B8AE687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模型下載已開始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2EE1B-28A3-419C-BD1E-2A35A437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43/50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52173-E987-45DD-AD07-6429078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出現模型名稱與進度條後，保持頁面與服務運作。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4bee6f7934bef"/>
          <a:stretch xmlns:a="http://schemas.openxmlformats.org/drawingml/2006/main"/>
        </p:blipFill>
        <p:spPr>
          <a:xfrm xmlns:a="http://schemas.openxmlformats.org/drawingml/2006/main">
            <a:off x="1318260" y="1866900"/>
            <a:ext cx="955548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E1087-DFD4-4B85-87A7-02AA64CE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5808095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5CAC5-889C-4C99-A508-AA987C3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等待大型模型下載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6890A-B998-4269-B947-24942DBE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44/50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AE8C7-ADF4-4865-924B-6F76DD9A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下載可能需較長時間；百分比持續上升即可。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ae48afa8f4638"/>
          <a:stretch xmlns:a="http://schemas.openxmlformats.org/drawingml/2006/main"/>
        </p:blipFill>
        <p:spPr>
          <a:xfrm xmlns:a="http://schemas.openxmlformats.org/drawingml/2006/main">
            <a:off x="1025285" y="1866900"/>
            <a:ext cx="1014142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8C40B-8F3B-4AF2-9B07-9AE691C1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34822774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7CB29-C0A1-47A9-977A-571D64B7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E5DA5-447B-41FD-AF82-3EF529B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45/50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32E23-AB69-4405-AA91-BD939956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進度到 100% 後，等待模型出現在清單。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50cdd29384ddc"/>
          <a:stretch xmlns:a="http://schemas.openxmlformats.org/drawingml/2006/main"/>
        </p:blipFill>
        <p:spPr>
          <a:xfrm xmlns:a="http://schemas.openxmlformats.org/drawingml/2006/main">
            <a:off x="1002196" y="1866900"/>
            <a:ext cx="1018760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9FDE0-17A6-4391-AAE5-8A56C2D9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47907920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851CD-C710-4394-B45B-95A7C774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確認模型已加入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7A5F7-CD89-4BDD-A864-0C1CAEE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46/50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f90f63a724818"/>
          <a:stretch xmlns:a="http://schemas.openxmlformats.org/drawingml/2006/main"/>
        </p:blipFill>
        <p:spPr>
          <a:xfrm xmlns:a="http://schemas.openxmlformats.org/drawingml/2006/main">
            <a:off x="1683694" y="952500"/>
            <a:ext cx="882461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BEDC5-AAB5-4E14-AFF5-7F068F3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模型清單出現 gemma3:4b，且右側開關已啟用。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5D073-6AB8-4DA2-8D37-253D699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09641269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2FA09-EC6C-413A-ACB4-BD0EECA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隱藏 Arena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C4950-243C-4AC5-AEBE-88201CB4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47/50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646cedad64a97"/>
          <a:stretch xmlns:a="http://schemas.openxmlformats.org/drawingml/2006/main"/>
        </p:blipFill>
        <p:spPr>
          <a:xfrm xmlns:a="http://schemas.openxmlformats.org/drawingml/2006/main">
            <a:off x="457200" y="964746"/>
            <a:ext cx="11277600" cy="48332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B1ACE-5496-4C7E-9E35-9D07C2EA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若不需要 Arena Model，可關閉右側開關，讓選單更單純。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12ACE-1448-44DF-8F9B-27BD059F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97362209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6E2E5-FE84-4424-9C7B-5293F697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依畫面設定模型功能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7816A-EE7C-4081-8B75-5DF3EEF3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48/50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341be4b614fe6"/>
          <a:stretch xmlns:a="http://schemas.openxmlformats.org/drawingml/2006/main"/>
        </p:blipFill>
        <p:spPr>
          <a:xfrm xmlns:a="http://schemas.openxmlformats.org/drawingml/2006/main">
            <a:off x="1916686" y="952500"/>
            <a:ext cx="835862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AE9C2-6270-4204-87CB-6363D99D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將開關設定成與畫面一致：只開啟「記憶」與「顯示即時回應狀態」，再按「儲存並更新」。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DF66B-4184-40F7-BFB1-E8DC0028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62343734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A212B-0C79-4947-9DC4-BD1DAA9C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 gemma3:4b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6C9E9-C11F-41CC-B039-75AEDB8B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49/50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C7692-C181-47BC-949A-C63B1CCA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回到對話首頁，從模型選單選 gemma3:4b。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3e58dc2214e85"/>
          <a:stretch xmlns:a="http://schemas.openxmlformats.org/drawingml/2006/main"/>
        </p:blipFill>
        <p:spPr>
          <a:xfrm xmlns:a="http://schemas.openxmlformats.org/drawingml/2006/main">
            <a:off x="1169334" y="1866900"/>
            <a:ext cx="9853332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F465F-5CD9-43E5-B913-5A98168B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1869737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CBD05-EF6B-4754-9968-1FFDD861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完成第一次本機對話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3B4C3-CD6F-456C-9D9F-396B9AAF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50/50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72aa091fe4e93"/>
          <a:stretch xmlns:a="http://schemas.openxmlformats.org/drawingml/2006/main"/>
        </p:blipFill>
        <p:spPr>
          <a:xfrm xmlns:a="http://schemas.openxmlformats.org/drawingml/2006/main">
            <a:off x="1803442" y="952500"/>
            <a:ext cx="858511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D4250-931A-4C5F-B303-57393D5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輸入簡單測試句並確認模型能回覆；語言風格可用系統提示詞再調整。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60B5B-1B21-45C5-A88A-993E7C13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68483423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8DEBC-B9CE-4367-92D8-671826F1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下次開機的啟動方式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7204A-7C8A-4EC8-829B-EA532BD8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每次開機都可依照相同步驟確認服務並開啟 Open WebUI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31A7A-EE03-4614-85C1-CD6DC8E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093DA-4AC0-43BC-9C1F-FD5C6FAC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02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DA719-5B20-417F-89FB-B2172CB7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383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等待左下角顯示 Engine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CAC18-7743-44B3-8E4E-6004A84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D1B6B-6E17-4B32-BAFB-CA7DE6B6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955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開啟第 03 單元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1767B-DEA7-49C0-9EF7-7C3E8BB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336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按兩下 03_service-control.cmd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2FF44-E272-43DC-BDFE-D2F1633C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06304-F381-4F17-8F13-649B7C9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909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77C6D-B601-4554-9F09-70A7784A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290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腳本約每 5 秒檢查，最長等待 180 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437CE-4234-415B-9CC0-FF9AA258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9DEA4-CF8D-465D-8CAB-4D9A7243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862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等待瀏覽器自動開啟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85B2F-19F8-42D9-94CA-8C380DD3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243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Open WebUI 後，使用原有帳號登入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AA492-5D20-4B43-A6A6-16D60CE6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曾選 3 停止時，選 1 重新啟動。未手動停止時，容器可能自行恢復，選 1 仍可確認服務並開啟網頁。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E10E2-C079-4781-8721-62FD6C01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79373175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2F0D7-6DC1-4200-9679-32C11F7D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做到這裡，就完成了本機 AI 基礎環境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93FBE-FE84-40AD-B9FA-3382D73F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→ Ollama → Open WebUI → gemma3:4b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80C7D-58DF-47F5-A97F-C04E8B52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Docker Engine 正常執行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服務可從 localhost:3000 開啟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gemma3:4b 已下載並能產生回覆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73FD5-88CA-4E9E-8E52-3BB1B898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本份內容到此為止：單元 00～04。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973DD-EACD-48B5-AAD3-12CDA934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E9E5F-F507-4F6B-9D3C-3F85E0C2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66340487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2026-09-15T08:06:37.8960000Z</dcterms:created>
  <dcterms:modified xsi:type="dcterms:W3CDTF">2026-09-15T08:06:37.8960000Z</dcterms:modified>
</coreProperties>
</file>