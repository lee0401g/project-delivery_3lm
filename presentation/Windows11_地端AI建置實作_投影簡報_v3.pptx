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e4947c2b814ad9" /><Relationship Type="http://schemas.openxmlformats.org/officeDocument/2006/relationships/extended-properties" Target="/docProps/app.xml" Id="R3ef5d0460fe844a0" /><Relationship Type="http://schemas.openxmlformats.org/officeDocument/2006/relationships/officeDocument" Target="/ppt/presentation.xml" Id="R52bae52e413b42c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dd4f62d98c54ab3"/>
  </p:sldMasterIdLst>
  <p:notesMasterIdLst>
    <p:notesMasterId xmlns:r="http://schemas.openxmlformats.org/officeDocument/2006/relationships" r:id="R6c75fc84ba754c76"/>
  </p:notesMasterIdLst>
  <p:sldIdLst>
    <p:sldId xmlns:r="http://schemas.openxmlformats.org/officeDocument/2006/relationships" id="256" r:id="Rf0719418c03b4108"/>
    <p:sldId xmlns:r="http://schemas.openxmlformats.org/officeDocument/2006/relationships" id="257" r:id="R99072e7e61544f56"/>
    <p:sldId xmlns:r="http://schemas.openxmlformats.org/officeDocument/2006/relationships" id="258" r:id="Rce6f7b37f12441b0"/>
    <p:sldId xmlns:r="http://schemas.openxmlformats.org/officeDocument/2006/relationships" id="259" r:id="R86dbc605aa564317"/>
    <p:sldId xmlns:r="http://schemas.openxmlformats.org/officeDocument/2006/relationships" id="260" r:id="R520dba3cb4d4478a"/>
    <p:sldId xmlns:r="http://schemas.openxmlformats.org/officeDocument/2006/relationships" id="261" r:id="R3b8de7edf7454ef7"/>
    <p:sldId xmlns:r="http://schemas.openxmlformats.org/officeDocument/2006/relationships" id="262" r:id="R5fb950add37942b4"/>
    <p:sldId xmlns:r="http://schemas.openxmlformats.org/officeDocument/2006/relationships" id="263" r:id="Rb0e80352ef8e464b"/>
    <p:sldId xmlns:r="http://schemas.openxmlformats.org/officeDocument/2006/relationships" id="264" r:id="R7a5423c576244c70"/>
    <p:sldId xmlns:r="http://schemas.openxmlformats.org/officeDocument/2006/relationships" id="265" r:id="R3a965b7f894844e1"/>
    <p:sldId xmlns:r="http://schemas.openxmlformats.org/officeDocument/2006/relationships" id="266" r:id="R4c5b74c26b9f43d1"/>
    <p:sldId xmlns:r="http://schemas.openxmlformats.org/officeDocument/2006/relationships" id="267" r:id="Rcc99ed5f00ce4101"/>
    <p:sldId xmlns:r="http://schemas.openxmlformats.org/officeDocument/2006/relationships" id="268" r:id="R0dbc2f5546224561"/>
    <p:sldId xmlns:r="http://schemas.openxmlformats.org/officeDocument/2006/relationships" id="269" r:id="R5061aad44c764dec"/>
    <p:sldId xmlns:r="http://schemas.openxmlformats.org/officeDocument/2006/relationships" id="270" r:id="R27c6eaf4f58e40c3"/>
    <p:sldId xmlns:r="http://schemas.openxmlformats.org/officeDocument/2006/relationships" id="271" r:id="R13a09192b2b343dd"/>
    <p:sldId xmlns:r="http://schemas.openxmlformats.org/officeDocument/2006/relationships" id="272" r:id="R17a78d0a2670448f"/>
    <p:sldId xmlns:r="http://schemas.openxmlformats.org/officeDocument/2006/relationships" id="273" r:id="Rf7059591219f4214"/>
    <p:sldId xmlns:r="http://schemas.openxmlformats.org/officeDocument/2006/relationships" id="274" r:id="R82611e3f00a64b1c"/>
    <p:sldId xmlns:r="http://schemas.openxmlformats.org/officeDocument/2006/relationships" id="275" r:id="Re590e5110b0e4505"/>
    <p:sldId xmlns:r="http://schemas.openxmlformats.org/officeDocument/2006/relationships" id="276" r:id="Rca5afd3d9b8a4fb2"/>
    <p:sldId xmlns:r="http://schemas.openxmlformats.org/officeDocument/2006/relationships" id="277" r:id="Rc457d41549364391"/>
    <p:sldId xmlns:r="http://schemas.openxmlformats.org/officeDocument/2006/relationships" id="278" r:id="R01ffbba508cc493f"/>
    <p:sldId xmlns:r="http://schemas.openxmlformats.org/officeDocument/2006/relationships" id="279" r:id="R2fcc6507cb9844e8"/>
    <p:sldId xmlns:r="http://schemas.openxmlformats.org/officeDocument/2006/relationships" id="280" r:id="R053ad5d1334949fc"/>
    <p:sldId xmlns:r="http://schemas.openxmlformats.org/officeDocument/2006/relationships" id="281" r:id="Ra902ef450e804c23"/>
    <p:sldId xmlns:r="http://schemas.openxmlformats.org/officeDocument/2006/relationships" id="282" r:id="Rb3e5191e44bd43f5"/>
    <p:sldId xmlns:r="http://schemas.openxmlformats.org/officeDocument/2006/relationships" id="283" r:id="R638756c7ccd84272"/>
    <p:sldId xmlns:r="http://schemas.openxmlformats.org/officeDocument/2006/relationships" id="284" r:id="R3b47ead124f244f0"/>
    <p:sldId xmlns:r="http://schemas.openxmlformats.org/officeDocument/2006/relationships" id="285" r:id="R0c623a91f2a649d7"/>
    <p:sldId xmlns:r="http://schemas.openxmlformats.org/officeDocument/2006/relationships" id="286" r:id="R9ccde53de4804d11"/>
    <p:sldId xmlns:r="http://schemas.openxmlformats.org/officeDocument/2006/relationships" id="287" r:id="R62a91884d4774493"/>
    <p:sldId xmlns:r="http://schemas.openxmlformats.org/officeDocument/2006/relationships" id="288" r:id="R6a4ec9054ca94854"/>
    <p:sldId xmlns:r="http://schemas.openxmlformats.org/officeDocument/2006/relationships" id="289" r:id="R56811cfaa4184ded"/>
    <p:sldId xmlns:r="http://schemas.openxmlformats.org/officeDocument/2006/relationships" id="290" r:id="R79509e44c1f34f87"/>
    <p:sldId xmlns:r="http://schemas.openxmlformats.org/officeDocument/2006/relationships" id="291" r:id="R539587588e56491a"/>
    <p:sldId xmlns:r="http://schemas.openxmlformats.org/officeDocument/2006/relationships" id="292" r:id="Rca829eedd8ee40fc"/>
    <p:sldId xmlns:r="http://schemas.openxmlformats.org/officeDocument/2006/relationships" id="293" r:id="Rdff36aa8a9a94a65"/>
    <p:sldId xmlns:r="http://schemas.openxmlformats.org/officeDocument/2006/relationships" id="294" r:id="Rc4e1a195623a4708"/>
    <p:sldId xmlns:r="http://schemas.openxmlformats.org/officeDocument/2006/relationships" id="295" r:id="Rc8621be5e097442c"/>
    <p:sldId xmlns:r="http://schemas.openxmlformats.org/officeDocument/2006/relationships" id="296" r:id="R255f83b2b345415f"/>
    <p:sldId xmlns:r="http://schemas.openxmlformats.org/officeDocument/2006/relationships" id="297" r:id="R1e2c24f2b13b4a7f"/>
    <p:sldId xmlns:r="http://schemas.openxmlformats.org/officeDocument/2006/relationships" id="298" r:id="Ra4465ed4f9f641be"/>
    <p:sldId xmlns:r="http://schemas.openxmlformats.org/officeDocument/2006/relationships" id="299" r:id="R2c51559b8bd04ea4"/>
    <p:sldId xmlns:r="http://schemas.openxmlformats.org/officeDocument/2006/relationships" id="300" r:id="R1b0a2be70fba4636"/>
    <p:sldId xmlns:r="http://schemas.openxmlformats.org/officeDocument/2006/relationships" id="301" r:id="R86f1f335c9804555"/>
    <p:sldId xmlns:r="http://schemas.openxmlformats.org/officeDocument/2006/relationships" id="302" r:id="R5947cbfe615b4602"/>
    <p:sldId xmlns:r="http://schemas.openxmlformats.org/officeDocument/2006/relationships" id="303" r:id="R0192e3d884124ecf"/>
    <p:sldId xmlns:r="http://schemas.openxmlformats.org/officeDocument/2006/relationships" id="304" r:id="Re397b4ed57d0443d"/>
    <p:sldId xmlns:r="http://schemas.openxmlformats.org/officeDocument/2006/relationships" id="305" r:id="R60c9f61928a94b82"/>
    <p:sldId xmlns:r="http://schemas.openxmlformats.org/officeDocument/2006/relationships" id="306" r:id="Raaef0314ffc24b88"/>
    <p:sldId xmlns:r="http://schemas.openxmlformats.org/officeDocument/2006/relationships" id="307" r:id="R3a1fa49ba2174b38"/>
    <p:sldId xmlns:r="http://schemas.openxmlformats.org/officeDocument/2006/relationships" id="308" r:id="Re38e6b0955fe4d59"/>
    <p:sldId xmlns:r="http://schemas.openxmlformats.org/officeDocument/2006/relationships" id="309" r:id="Ra39b8de026464b2c"/>
    <p:sldId xmlns:r="http://schemas.openxmlformats.org/officeDocument/2006/relationships" id="310" r:id="Rcaf2de5cc11c4925"/>
    <p:sldId xmlns:r="http://schemas.openxmlformats.org/officeDocument/2006/relationships" id="311" r:id="Ra21d6ad2aad3441b"/>
  </p:sldIdLst>
  <p:sldSz cx="12192000" cy="6858000"/>
  <p:notesSz cx="6858000" cy="9144000"/>
  <p:embeddedFontLst>
    <p:embeddedFont>
      <p:font typeface="Lora"/>
      <p:regular xmlns:r="http://schemas.openxmlformats.org/officeDocument/2006/relationships" r:id="Rb3a764dff72d4c96"/>
      <p:bold xmlns:r="http://schemas.openxmlformats.org/officeDocument/2006/relationships" r:id="R40cf3e9e3de14d1b"/>
      <p:italic xmlns:r="http://schemas.openxmlformats.org/officeDocument/2006/relationships" r:id="R58d19be814fe49fc"/>
      <p:boldItalic xmlns:r="http://schemas.openxmlformats.org/officeDocument/2006/relationships" r:id="R725d02d1a0b34d29"/>
    </p:embeddedFont>
    <p:embeddedFont>
      <p:font typeface="OpenAI Sans"/>
      <p:regular xmlns:r="http://schemas.openxmlformats.org/officeDocument/2006/relationships" r:id="Red0cc834d51144bc"/>
      <p:bold xmlns:r="http://schemas.openxmlformats.org/officeDocument/2006/relationships" r:id="R1f4d4b0189ca475c"/>
      <p:italic xmlns:r="http://schemas.openxmlformats.org/officeDocument/2006/relationships" r:id="R80c9737e5c2649d4"/>
      <p:boldItalic xmlns:r="http://schemas.openxmlformats.org/officeDocument/2006/relationships" r:id="R94fd4653a8424db7"/>
    </p:embeddedFont>
    <p:embeddedFont>
      <p:font typeface="Roboto"/>
      <p:regular xmlns:r="http://schemas.openxmlformats.org/officeDocument/2006/relationships" r:id="R19486610981b4324"/>
      <p:bold xmlns:r="http://schemas.openxmlformats.org/officeDocument/2006/relationships" r:id="R630b0baf2f614db2"/>
      <p:italic xmlns:r="http://schemas.openxmlformats.org/officeDocument/2006/relationships" r:id="R82fb00a214f64878"/>
      <p:boldItalic xmlns:r="http://schemas.openxmlformats.org/officeDocument/2006/relationships" r:id="Ra76e5ec50f8745f7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59c1795ccd42ec" /><Relationship Type="http://schemas.openxmlformats.org/officeDocument/2006/relationships/slideMaster" Target="/ppt/slideMasters/slideMaster1.xml" Id="R5dd4f62d98c54ab3" /><Relationship Type="http://schemas.openxmlformats.org/officeDocument/2006/relationships/notesMaster" Target="/ppt/notesMasters/notesMaster1.xml" Id="R6c75fc84ba754c76" /><Relationship Type="http://schemas.openxmlformats.org/officeDocument/2006/relationships/presProps" Target="/ppt/presProps.xml" Id="Re7e4de982b63412f" /><Relationship Type="http://schemas.openxmlformats.org/officeDocument/2006/relationships/viewProps" Target="/ppt/viewProps.xml" Id="R43a061a4f1c843c5" /><Relationship Type="http://schemas.openxmlformats.org/officeDocument/2006/relationships/tableStyles" Target="/ppt/tableStyles.xml" Id="Rd35154c5ab8741c7" /><Relationship Type="http://schemas.openxmlformats.org/officeDocument/2006/relationships/font" Target="/ppt/fonts/font.dat" Id="Rb3a764dff72d4c96" /><Relationship Type="http://schemas.openxmlformats.org/officeDocument/2006/relationships/font" Target="/ppt/fonts/font2.dat" Id="R40cf3e9e3de14d1b" /><Relationship Type="http://schemas.openxmlformats.org/officeDocument/2006/relationships/font" Target="/ppt/fonts/font3.dat" Id="R58d19be814fe49fc" /><Relationship Type="http://schemas.openxmlformats.org/officeDocument/2006/relationships/font" Target="/ppt/fonts/font4.dat" Id="R725d02d1a0b34d29" /><Relationship Type="http://schemas.openxmlformats.org/officeDocument/2006/relationships/font" Target="/ppt/fonts/font5.dat" Id="Red0cc834d51144bc" /><Relationship Type="http://schemas.openxmlformats.org/officeDocument/2006/relationships/font" Target="/ppt/fonts/font6.dat" Id="R1f4d4b0189ca475c" /><Relationship Type="http://schemas.openxmlformats.org/officeDocument/2006/relationships/font" Target="/ppt/fonts/font7.dat" Id="R80c9737e5c2649d4" /><Relationship Type="http://schemas.openxmlformats.org/officeDocument/2006/relationships/font" Target="/ppt/fonts/font8.dat" Id="R94fd4653a8424db7" /><Relationship Type="http://schemas.openxmlformats.org/officeDocument/2006/relationships/font" Target="/ppt/fonts/font9.dat" Id="R19486610981b4324" /><Relationship Type="http://schemas.openxmlformats.org/officeDocument/2006/relationships/font" Target="/ppt/fonts/font10.dat" Id="R630b0baf2f614db2" /><Relationship Type="http://schemas.openxmlformats.org/officeDocument/2006/relationships/font" Target="/ppt/fonts/font11.dat" Id="R82fb00a214f64878" /><Relationship Type="http://schemas.openxmlformats.org/officeDocument/2006/relationships/font" Target="/ppt/fonts/font12.dat" Id="Ra76e5ec50f8745f7" /><Relationship Type="http://schemas.openxmlformats.org/officeDocument/2006/relationships/slide" Target="/ppt/slides/slide1.xml" Id="Rf0719418c03b4108" /><Relationship Type="http://schemas.openxmlformats.org/officeDocument/2006/relationships/slide" Target="/ppt/slides/slide2.xml" Id="R99072e7e61544f56" /><Relationship Type="http://schemas.openxmlformats.org/officeDocument/2006/relationships/slide" Target="/ppt/slides/slide3.xml" Id="Rce6f7b37f12441b0" /><Relationship Type="http://schemas.openxmlformats.org/officeDocument/2006/relationships/slide" Target="/ppt/slides/slide4.xml" Id="R86dbc605aa564317" /><Relationship Type="http://schemas.openxmlformats.org/officeDocument/2006/relationships/slide" Target="/ppt/slides/slide5.xml" Id="R520dba3cb4d4478a" /><Relationship Type="http://schemas.openxmlformats.org/officeDocument/2006/relationships/slide" Target="/ppt/slides/slide6.xml" Id="R3b8de7edf7454ef7" /><Relationship Type="http://schemas.openxmlformats.org/officeDocument/2006/relationships/slide" Target="/ppt/slides/slide7.xml" Id="R5fb950add37942b4" /><Relationship Type="http://schemas.openxmlformats.org/officeDocument/2006/relationships/slide" Target="/ppt/slides/slide8.xml" Id="Rb0e80352ef8e464b" /><Relationship Type="http://schemas.openxmlformats.org/officeDocument/2006/relationships/slide" Target="/ppt/slides/slide9.xml" Id="R7a5423c576244c70" /><Relationship Type="http://schemas.openxmlformats.org/officeDocument/2006/relationships/slide" Target="/ppt/slides/slide10.xml" Id="R3a965b7f894844e1" /><Relationship Type="http://schemas.openxmlformats.org/officeDocument/2006/relationships/slide" Target="/ppt/slides/slide11.xml" Id="R4c5b74c26b9f43d1" /><Relationship Type="http://schemas.openxmlformats.org/officeDocument/2006/relationships/slide" Target="/ppt/slides/slide12.xml" Id="Rcc99ed5f00ce4101" /><Relationship Type="http://schemas.openxmlformats.org/officeDocument/2006/relationships/slide" Target="/ppt/slides/slide13.xml" Id="R0dbc2f5546224561" /><Relationship Type="http://schemas.openxmlformats.org/officeDocument/2006/relationships/slide" Target="/ppt/slides/slide14.xml" Id="R5061aad44c764dec" /><Relationship Type="http://schemas.openxmlformats.org/officeDocument/2006/relationships/slide" Target="/ppt/slides/slide15.xml" Id="R27c6eaf4f58e40c3" /><Relationship Type="http://schemas.openxmlformats.org/officeDocument/2006/relationships/slide" Target="/ppt/slides/slide16.xml" Id="R13a09192b2b343dd" /><Relationship Type="http://schemas.openxmlformats.org/officeDocument/2006/relationships/slide" Target="/ppt/slides/slide17.xml" Id="R17a78d0a2670448f" /><Relationship Type="http://schemas.openxmlformats.org/officeDocument/2006/relationships/slide" Target="/ppt/slides/slide18.xml" Id="Rf7059591219f4214" /><Relationship Type="http://schemas.openxmlformats.org/officeDocument/2006/relationships/slide" Target="/ppt/slides/slide19.xml" Id="R82611e3f00a64b1c" /><Relationship Type="http://schemas.openxmlformats.org/officeDocument/2006/relationships/slide" Target="/ppt/slides/slide20.xml" Id="Re590e5110b0e4505" /><Relationship Type="http://schemas.openxmlformats.org/officeDocument/2006/relationships/slide" Target="/ppt/slides/slide21.xml" Id="Rca5afd3d9b8a4fb2" /><Relationship Type="http://schemas.openxmlformats.org/officeDocument/2006/relationships/slide" Target="/ppt/slides/slide22.xml" Id="Rc457d41549364391" /><Relationship Type="http://schemas.openxmlformats.org/officeDocument/2006/relationships/slide" Target="/ppt/slides/slide23.xml" Id="R01ffbba508cc493f" /><Relationship Type="http://schemas.openxmlformats.org/officeDocument/2006/relationships/slide" Target="/ppt/slides/slide24.xml" Id="R2fcc6507cb9844e8" /><Relationship Type="http://schemas.openxmlformats.org/officeDocument/2006/relationships/slide" Target="/ppt/slides/slide25.xml" Id="R053ad5d1334949fc" /><Relationship Type="http://schemas.openxmlformats.org/officeDocument/2006/relationships/slide" Target="/ppt/slides/slide26.xml" Id="Ra902ef450e804c23" /><Relationship Type="http://schemas.openxmlformats.org/officeDocument/2006/relationships/slide" Target="/ppt/slides/slide27.xml" Id="Rb3e5191e44bd43f5" /><Relationship Type="http://schemas.openxmlformats.org/officeDocument/2006/relationships/slide" Target="/ppt/slides/slide28.xml" Id="R638756c7ccd84272" /><Relationship Type="http://schemas.openxmlformats.org/officeDocument/2006/relationships/slide" Target="/ppt/slides/slide29.xml" Id="R3b47ead124f244f0" /><Relationship Type="http://schemas.openxmlformats.org/officeDocument/2006/relationships/slide" Target="/ppt/slides/slide30.xml" Id="R0c623a91f2a649d7" /><Relationship Type="http://schemas.openxmlformats.org/officeDocument/2006/relationships/slide" Target="/ppt/slides/slide31.xml" Id="R9ccde53de4804d11" /><Relationship Type="http://schemas.openxmlformats.org/officeDocument/2006/relationships/slide" Target="/ppt/slides/slide32.xml" Id="R62a91884d4774493" /><Relationship Type="http://schemas.openxmlformats.org/officeDocument/2006/relationships/slide" Target="/ppt/slides/slide33.xml" Id="R6a4ec9054ca94854" /><Relationship Type="http://schemas.openxmlformats.org/officeDocument/2006/relationships/slide" Target="/ppt/slides/slide34.xml" Id="R56811cfaa4184ded" /><Relationship Type="http://schemas.openxmlformats.org/officeDocument/2006/relationships/slide" Target="/ppt/slides/slide35.xml" Id="R79509e44c1f34f87" /><Relationship Type="http://schemas.openxmlformats.org/officeDocument/2006/relationships/slide" Target="/ppt/slides/slide36.xml" Id="R539587588e56491a" /><Relationship Type="http://schemas.openxmlformats.org/officeDocument/2006/relationships/slide" Target="/ppt/slides/slide37.xml" Id="Rca829eedd8ee40fc" /><Relationship Type="http://schemas.openxmlformats.org/officeDocument/2006/relationships/slide" Target="/ppt/slides/slide38.xml" Id="Rdff36aa8a9a94a65" /><Relationship Type="http://schemas.openxmlformats.org/officeDocument/2006/relationships/slide" Target="/ppt/slides/slide39.xml" Id="Rc4e1a195623a4708" /><Relationship Type="http://schemas.openxmlformats.org/officeDocument/2006/relationships/slide" Target="/ppt/slides/slide40.xml" Id="Rc8621be5e097442c" /><Relationship Type="http://schemas.openxmlformats.org/officeDocument/2006/relationships/slide" Target="/ppt/slides/slide41.xml" Id="R255f83b2b345415f" /><Relationship Type="http://schemas.openxmlformats.org/officeDocument/2006/relationships/slide" Target="/ppt/slides/slide42.xml" Id="R1e2c24f2b13b4a7f" /><Relationship Type="http://schemas.openxmlformats.org/officeDocument/2006/relationships/slide" Target="/ppt/slides/slide43.xml" Id="Ra4465ed4f9f641be" /><Relationship Type="http://schemas.openxmlformats.org/officeDocument/2006/relationships/slide" Target="/ppt/slides/slide44.xml" Id="R2c51559b8bd04ea4" /><Relationship Type="http://schemas.openxmlformats.org/officeDocument/2006/relationships/slide" Target="/ppt/slides/slide45.xml" Id="R1b0a2be70fba4636" /><Relationship Type="http://schemas.openxmlformats.org/officeDocument/2006/relationships/slide" Target="/ppt/slides/slide46.xml" Id="R86f1f335c9804555" /><Relationship Type="http://schemas.openxmlformats.org/officeDocument/2006/relationships/slide" Target="/ppt/slides/slide47.xml" Id="R5947cbfe615b4602" /><Relationship Type="http://schemas.openxmlformats.org/officeDocument/2006/relationships/slide" Target="/ppt/slides/slide48.xml" Id="R0192e3d884124ecf" /><Relationship Type="http://schemas.openxmlformats.org/officeDocument/2006/relationships/slide" Target="/ppt/slides/slide49.xml" Id="Re397b4ed57d0443d" /><Relationship Type="http://schemas.openxmlformats.org/officeDocument/2006/relationships/slide" Target="/ppt/slides/slide50.xml" Id="R60c9f61928a94b82" /><Relationship Type="http://schemas.openxmlformats.org/officeDocument/2006/relationships/slide" Target="/ppt/slides/slide51.xml" Id="Raaef0314ffc24b88" /><Relationship Type="http://schemas.openxmlformats.org/officeDocument/2006/relationships/slide" Target="/ppt/slides/slide52.xml" Id="R3a1fa49ba2174b38" /><Relationship Type="http://schemas.openxmlformats.org/officeDocument/2006/relationships/slide" Target="/ppt/slides/slide53.xml" Id="Re38e6b0955fe4d59" /><Relationship Type="http://schemas.openxmlformats.org/officeDocument/2006/relationships/slide" Target="/ppt/slides/slide54.xml" Id="Ra39b8de026464b2c" /><Relationship Type="http://schemas.openxmlformats.org/officeDocument/2006/relationships/slide" Target="/ppt/slides/slide55.xml" Id="Rcaf2de5cc11c4925" /><Relationship Type="http://schemas.openxmlformats.org/officeDocument/2006/relationships/slide" Target="/ppt/slides/slide56.xml" Id="Ra21d6ad2aad344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43e88591f941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5766a57a894561" /><Relationship Type="http://schemas.openxmlformats.org/officeDocument/2006/relationships/notesMaster" Target="/ppt/notesMasters/notesMaster1.xml" Id="R1860774c4bac44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c57e3658a3403a" /><Relationship Type="http://schemas.openxmlformats.org/officeDocument/2006/relationships/notesMaster" Target="/ppt/notesMasters/notesMaster1.xml" Id="R3248310dc40448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553f797c2a422f" /><Relationship Type="http://schemas.openxmlformats.org/officeDocument/2006/relationships/notesMaster" Target="/ppt/notesMasters/notesMaster1.xml" Id="Rec94693e944443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329852aac2435c" /><Relationship Type="http://schemas.openxmlformats.org/officeDocument/2006/relationships/notesMaster" Target="/ppt/notesMasters/notesMaster1.xml" Id="R25ebb2216a064a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391cff5342439e" /><Relationship Type="http://schemas.openxmlformats.org/officeDocument/2006/relationships/notesMaster" Target="/ppt/notesMasters/notesMaster1.xml" Id="R007e0db0f8dd47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6f1e35726441ce" /><Relationship Type="http://schemas.openxmlformats.org/officeDocument/2006/relationships/notesMaster" Target="/ppt/notesMasters/notesMaster1.xml" Id="R1ca44f30500349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fe0d46270f4c17" /><Relationship Type="http://schemas.openxmlformats.org/officeDocument/2006/relationships/notesMaster" Target="/ppt/notesMasters/notesMaster1.xml" Id="R294348d6351746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a2aaabbbce469f" /><Relationship Type="http://schemas.openxmlformats.org/officeDocument/2006/relationships/notesMaster" Target="/ppt/notesMasters/notesMaster1.xml" Id="Re89a02c188414b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e33ff7336f4c4b" /><Relationship Type="http://schemas.openxmlformats.org/officeDocument/2006/relationships/notesMaster" Target="/ppt/notesMasters/notesMaster1.xml" Id="Ra1d5ffa3034a46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2f2a6883604ce3" /><Relationship Type="http://schemas.openxmlformats.org/officeDocument/2006/relationships/notesMaster" Target="/ppt/notesMasters/notesMaster1.xml" Id="Ra708b746a24c4d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61210b88c44020" /><Relationship Type="http://schemas.openxmlformats.org/officeDocument/2006/relationships/notesMaster" Target="/ppt/notesMasters/notesMaster1.xml" Id="R27e3603673614c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b8e363284d4648" /><Relationship Type="http://schemas.openxmlformats.org/officeDocument/2006/relationships/notesMaster" Target="/ppt/notesMasters/notesMaster1.xml" Id="R5e435a956d3746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296c361eae4a93" /><Relationship Type="http://schemas.openxmlformats.org/officeDocument/2006/relationships/notesMaster" Target="/ppt/notesMasters/notesMaster1.xml" Id="R026a9ecd51174d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2e39170c2be4e62" /><Relationship Type="http://schemas.openxmlformats.org/officeDocument/2006/relationships/notesMaster" Target="/ppt/notesMasters/notesMaster1.xml" Id="Re2a7f5e04b024b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decf87ab6b4757" /><Relationship Type="http://schemas.openxmlformats.org/officeDocument/2006/relationships/notesMaster" Target="/ppt/notesMasters/notesMaster1.xml" Id="Rfb416c3d977349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d43a0cd67b4802" /><Relationship Type="http://schemas.openxmlformats.org/officeDocument/2006/relationships/notesMaster" Target="/ppt/notesMasters/notesMaster1.xml" Id="R7c2e0799344f43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7bf0d08a8b64a58" /><Relationship Type="http://schemas.openxmlformats.org/officeDocument/2006/relationships/notesMaster" Target="/ppt/notesMasters/notesMaster1.xml" Id="R49acc884adb1497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d191c3acca340ce" /><Relationship Type="http://schemas.openxmlformats.org/officeDocument/2006/relationships/notesMaster" Target="/ppt/notesMasters/notesMaster1.xml" Id="Rb99415a1c4dd4f8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f0a7323e0234a78" /><Relationship Type="http://schemas.openxmlformats.org/officeDocument/2006/relationships/notesMaster" Target="/ppt/notesMasters/notesMaster1.xml" Id="R7fbe341b77654bd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8ed3ba65cca43be" /><Relationship Type="http://schemas.openxmlformats.org/officeDocument/2006/relationships/notesMaster" Target="/ppt/notesMasters/notesMaster1.xml" Id="Rbec0b50e6146439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064c17148274b93" /><Relationship Type="http://schemas.openxmlformats.org/officeDocument/2006/relationships/notesMaster" Target="/ppt/notesMasters/notesMaster1.xml" Id="R6904a97772e841c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e3a429a72344974" /><Relationship Type="http://schemas.openxmlformats.org/officeDocument/2006/relationships/notesMaster" Target="/ppt/notesMasters/notesMaster1.xml" Id="R1323ce5d05414dd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338b8bdde2745a1" /><Relationship Type="http://schemas.openxmlformats.org/officeDocument/2006/relationships/notesMaster" Target="/ppt/notesMasters/notesMaster1.xml" Id="Rfbf4590bebfc4cd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41ca1d8d0d84a2a" /><Relationship Type="http://schemas.openxmlformats.org/officeDocument/2006/relationships/notesMaster" Target="/ppt/notesMasters/notesMaster1.xml" Id="R11528d16bbea440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d6e551cbc664099" /><Relationship Type="http://schemas.openxmlformats.org/officeDocument/2006/relationships/notesMaster" Target="/ppt/notesMasters/notesMaster1.xml" Id="Re60e7abaef6442a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a9eb96ab0b4490a" /><Relationship Type="http://schemas.openxmlformats.org/officeDocument/2006/relationships/notesMaster" Target="/ppt/notesMasters/notesMaster1.xml" Id="Rc4becd9a29a941c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e76c9f0a4484a33" /><Relationship Type="http://schemas.openxmlformats.org/officeDocument/2006/relationships/notesMaster" Target="/ppt/notesMasters/notesMaster1.xml" Id="R986357baf2c3415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e92a1e90dc8476e" /><Relationship Type="http://schemas.openxmlformats.org/officeDocument/2006/relationships/notesMaster" Target="/ppt/notesMasters/notesMaster1.xml" Id="Rc5ba8a0e8ba5423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a32f2a81dda406a" /><Relationship Type="http://schemas.openxmlformats.org/officeDocument/2006/relationships/notesMaster" Target="/ppt/notesMasters/notesMaster1.xml" Id="R488448b40d5040d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42cc0bc18b14fb4" /><Relationship Type="http://schemas.openxmlformats.org/officeDocument/2006/relationships/notesMaster" Target="/ppt/notesMasters/notesMaster1.xml" Id="R6d475d0f3def4fd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087e3ddc280428c" /><Relationship Type="http://schemas.openxmlformats.org/officeDocument/2006/relationships/notesMaster" Target="/ppt/notesMasters/notesMaster1.xml" Id="Re560b0adf26f44f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0ff953481c746d0" /><Relationship Type="http://schemas.openxmlformats.org/officeDocument/2006/relationships/notesMaster" Target="/ppt/notesMasters/notesMaster1.xml" Id="R7add03b13d124f8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0e0e4a3c3f6415d" /><Relationship Type="http://schemas.openxmlformats.org/officeDocument/2006/relationships/notesMaster" Target="/ppt/notesMasters/notesMaster1.xml" Id="Rf0ef427a45f0496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05b6c4465724f67" /><Relationship Type="http://schemas.openxmlformats.org/officeDocument/2006/relationships/notesMaster" Target="/ppt/notesMasters/notesMaster1.xml" Id="Rdf9bab44e5b0469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0da82e123ff474a" /><Relationship Type="http://schemas.openxmlformats.org/officeDocument/2006/relationships/notesMaster" Target="/ppt/notesMasters/notesMaster1.xml" Id="Ra68fd44b8b9647f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b331d1cfc754538" /><Relationship Type="http://schemas.openxmlformats.org/officeDocument/2006/relationships/notesMaster" Target="/ppt/notesMasters/notesMaster1.xml" Id="R2cac57c94ffd450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f2831b6667c412a" /><Relationship Type="http://schemas.openxmlformats.org/officeDocument/2006/relationships/notesMaster" Target="/ppt/notesMasters/notesMaster1.xml" Id="Ra8fabfeac84b456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0302084d06546d0" /><Relationship Type="http://schemas.openxmlformats.org/officeDocument/2006/relationships/notesMaster" Target="/ppt/notesMasters/notesMaster1.xml" Id="Rd510dea254a243a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7d994ed415b4b9b" /><Relationship Type="http://schemas.openxmlformats.org/officeDocument/2006/relationships/notesMaster" Target="/ppt/notesMasters/notesMaster1.xml" Id="Rf4b8a0f428944b5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c74ff96adb04202" /><Relationship Type="http://schemas.openxmlformats.org/officeDocument/2006/relationships/notesMaster" Target="/ppt/notesMasters/notesMaster1.xml" Id="R7d2d3745b4ea43f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0d044402027425e" /><Relationship Type="http://schemas.openxmlformats.org/officeDocument/2006/relationships/notesMaster" Target="/ppt/notesMasters/notesMaster1.xml" Id="Ra0dba7fce880426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dc0672be510d4076" /><Relationship Type="http://schemas.openxmlformats.org/officeDocument/2006/relationships/notesMaster" Target="/ppt/notesMasters/notesMaster1.xml" Id="Re833760c20d748d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794adcdcdf941e8" /><Relationship Type="http://schemas.openxmlformats.org/officeDocument/2006/relationships/notesMaster" Target="/ppt/notesMasters/notesMaster1.xml" Id="Rdd67320c12b2494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18c60cd804b4148" /><Relationship Type="http://schemas.openxmlformats.org/officeDocument/2006/relationships/notesMaster" Target="/ppt/notesMasters/notesMaster1.xml" Id="R6d9dca35d03e4b41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1e10ae6e2ff4079" /><Relationship Type="http://schemas.openxmlformats.org/officeDocument/2006/relationships/notesMaster" Target="/ppt/notesMasters/notesMaster1.xml" Id="Rb88f927398824d7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a4d7c2cb67f45c6" /><Relationship Type="http://schemas.openxmlformats.org/officeDocument/2006/relationships/notesMaster" Target="/ppt/notesMasters/notesMaster1.xml" Id="Rab2a546c01b14c7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3af8160cc3b4ae2" /><Relationship Type="http://schemas.openxmlformats.org/officeDocument/2006/relationships/notesMaster" Target="/ppt/notesMasters/notesMaster1.xml" Id="R240ab51b0826445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241d1af176742f4" /><Relationship Type="http://schemas.openxmlformats.org/officeDocument/2006/relationships/notesMaster" Target="/ppt/notesMasters/notesMaster1.xml" Id="R966d26a7de774cc7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fc4a267db844ee5" /><Relationship Type="http://schemas.openxmlformats.org/officeDocument/2006/relationships/notesMaster" Target="/ppt/notesMasters/notesMaster1.xml" Id="R66165aa961a4447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4c176c83904452e" /><Relationship Type="http://schemas.openxmlformats.org/officeDocument/2006/relationships/notesMaster" Target="/ppt/notesMasters/notesMaster1.xml" Id="R1c69ce05ce83418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938818388da45ab" /><Relationship Type="http://schemas.openxmlformats.org/officeDocument/2006/relationships/notesMaster" Target="/ppt/notesMasters/notesMaster1.xml" Id="R8d0f2b6d48704d7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4b4e2018b2c45aa" /><Relationship Type="http://schemas.openxmlformats.org/officeDocument/2006/relationships/notesMaster" Target="/ppt/notesMasters/notesMaster1.xml" Id="R0c17fd14d75a489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c6230e9b7714ca8" /><Relationship Type="http://schemas.openxmlformats.org/officeDocument/2006/relationships/notesMaster" Target="/ppt/notesMasters/notesMaster1.xml" Id="R08742f450628409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88e44e379a7442f5" /><Relationship Type="http://schemas.openxmlformats.org/officeDocument/2006/relationships/notesMaster" Target="/ppt/notesMasters/notesMaster1.xml" Id="Ra501d75af4524ccc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44c6e391d1d84c9f" /><Relationship Type="http://schemas.openxmlformats.org/officeDocument/2006/relationships/notesMaster" Target="/ppt/notesMasters/notesMaster1.xml" Id="R69d2f7f2a398453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45c05c4a33d4408b" /><Relationship Type="http://schemas.openxmlformats.org/officeDocument/2006/relationships/notesMaster" Target="/ppt/notesMasters/notesMaster1.xml" Id="Reaa1c31f5fe04c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封面。說明本次實作會從 Windows 環境準備一路完成本機模型對話。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課程目標：完成 Docker、Ollama、Open WebUI 與 gemma3:4b 的基礎串接。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用五個階段介紹整體路線，提醒學生依截圖順序操作。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提醒學生每頁只做一個動作，若畫面不同就停下來核對。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上課前確認設備、網路、空間與操作權限，並說明等待原則。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先展示完成標準，讓學生知道最後要看到的三個結果。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教材下載位置</a:t>
            </a:r>
          </a:p>
          <a:p xmlns:a="http://schemas.openxmlformats.org/drawingml/2006/main">
            <a:r>
              <a:t>在 GitHub 專案頁確認儲存庫名稱與課程單元。</a:t>
            </a:r>
          </a:p>
          <a:p xmlns:a="http://schemas.openxmlformats.org/drawingml/2006/main">
            <a:r>
              <a:t>來源：D:\螢幕擷取畫面 2026-09-14 130723.png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下載 ZIP 教材</a:t>
            </a:r>
          </a:p>
          <a:p xmlns:a="http://schemas.openxmlformats.org/drawingml/2006/main">
            <a:r>
              <a:t>按 Code，選 Download ZIP，將完整教材下載到電腦。</a:t>
            </a:r>
          </a:p>
          <a:p xmlns:a="http://schemas.openxmlformats.org/drawingml/2006/main">
            <a:r>
              <a:t>來源：D:\螢幕擷取畫面 2026-09-14 130829.png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找到教材壓縮檔</a:t>
            </a:r>
          </a:p>
          <a:p xmlns:a="http://schemas.openxmlformats.org/drawingml/2006/main">
            <a:r>
              <a:t>在下載資料夾選取 project-delivery_3LM-main.zip。</a:t>
            </a:r>
          </a:p>
          <a:p xmlns:a="http://schemas.openxmlformats.org/drawingml/2006/main">
            <a:r>
              <a:t>來源：D:\螢幕擷取畫面 2026-09-14 130930.png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顯示完整右鍵選單</a:t>
            </a:r>
          </a:p>
          <a:p xmlns:a="http://schemas.openxmlformats.org/drawingml/2006/main">
            <a:r>
              <a:t>Windows 11 先選「顯示其他選項」，才能看到 7-Zip。</a:t>
            </a:r>
          </a:p>
          <a:p xmlns:a="http://schemas.openxmlformats.org/drawingml/2006/main">
            <a:r>
              <a:t>來源：D:\螢幕擷取畫面 2026-09-14 130931.png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 7-Zip 解壓縮</a:t>
            </a:r>
          </a:p>
          <a:p xmlns:a="http://schemas.openxmlformats.org/drawingml/2006/main">
            <a:r>
              <a:t>依序選 7-Zip → 解壓縮至此。</a:t>
            </a:r>
          </a:p>
          <a:p xmlns:a="http://schemas.openxmlformats.org/drawingml/2006/main">
            <a:r>
              <a:t>來源：D:\螢幕擷取畫面 2026-09-14 130932.png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確認資料夾已建立</a:t>
            </a:r>
          </a:p>
          <a:p xmlns:a="http://schemas.openxmlformats.org/drawingml/2006/main">
            <a:r>
              <a:t>ZIP 旁出現同名資料夾，代表解壓縮完成。</a:t>
            </a:r>
          </a:p>
          <a:p xmlns:a="http://schemas.openxmlformats.org/drawingml/2006/main">
            <a:r>
              <a:t>來源：D:\螢幕擷取畫面 2026-09-14 130933.png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進入教材主資料夾</a:t>
            </a:r>
          </a:p>
          <a:p xmlns:a="http://schemas.openxmlformats.org/drawingml/2006/main">
            <a:r>
              <a:t>依單元編號操作；先從「00-課前硬體與環境檢查」開始。</a:t>
            </a:r>
          </a:p>
          <a:p xmlns:a="http://schemas.openxmlformats.org/drawingml/2006/main">
            <a:r>
              <a:t>來源：D:\螢幕擷取畫面 2026-09-14 131515.png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執行環境檢查</a:t>
            </a:r>
          </a:p>
          <a:p xmlns:a="http://schemas.openxmlformats.org/drawingml/2006/main">
            <a:r>
              <a:t>在 00 單元中按兩下 00_check-environment。</a:t>
            </a:r>
          </a:p>
          <a:p xmlns:a="http://schemas.openxmlformats.org/drawingml/2006/main">
            <a:r>
              <a:t>來源：D:\螢幕擷取畫面 2026-09-14 131537.png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允許安全性警告</a:t>
            </a:r>
          </a:p>
          <a:p xmlns:a="http://schemas.openxmlformats.org/drawingml/2006/main">
            <a:r>
              <a:t>確認檔案來自課程教材後，按「執行」。</a:t>
            </a:r>
          </a:p>
          <a:p xmlns:a="http://schemas.openxmlformats.org/drawingml/2006/main">
            <a:r>
              <a:t>來源：D:\螢幕擷取畫面 2026-09-14 131612.png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環境檢查啟動</a:t>
            </a:r>
          </a:p>
          <a:p xmlns:a="http://schemas.openxmlformats.org/drawingml/2006/main">
            <a:r>
              <a:t>黑色視窗出現後先等待，不要關閉。</a:t>
            </a:r>
          </a:p>
          <a:p xmlns:a="http://schemas.openxmlformats.org/drawingml/2006/main">
            <a:r>
              <a:t>來源：D:\螢幕擷取畫面 2026-09-14 131626.png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讀懂第一次檢查結果</a:t>
            </a:r>
          </a:p>
          <a:p xmlns:a="http://schemas.openxmlformats.org/drawingml/2006/main">
            <a:r>
              <a:t>綠色 PASS 表示符合；Docker 尚未安裝或執行是此階段的正常狀態。</a:t>
            </a:r>
          </a:p>
          <a:p xmlns:a="http://schemas.openxmlformats.org/drawingml/2006/main">
            <a:r>
              <a:t>來源：D:\螢幕擷取畫面 2026-09-14 131638.png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 Docker 官方安裝頁</a:t>
            </a:r>
          </a:p>
          <a:p xmlns:a="http://schemas.openxmlformats.org/drawingml/2006/main">
            <a:r>
              <a:t>使用 Docker 官方文件的 Windows 安裝頁。</a:t>
            </a:r>
          </a:p>
          <a:p xmlns:a="http://schemas.openxmlformats.org/drawingml/2006/main">
            <a:r>
              <a:t>來源：D:\螢幕擷取畫面 2026-09-14 133328.png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下載 Windows x86_64 安裝程式</a:t>
            </a:r>
          </a:p>
          <a:p xmlns:a="http://schemas.openxmlformats.org/drawingml/2006/main">
            <a:r>
              <a:t>Intel／AMD 一般 Windows 筆電選 x86_64。</a:t>
            </a:r>
          </a:p>
          <a:p xmlns:a="http://schemas.openxmlformats.org/drawingml/2006/main">
            <a:r>
              <a:t>來源：D:\螢幕擷取畫面 2026-09-14 133349.png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關閉安裝文件分頁</a:t>
            </a:r>
          </a:p>
          <a:p xmlns:a="http://schemas.openxmlformats.org/drawingml/2006/main">
            <a:r>
              <a:t>下載已開始後，可關閉文件分頁並查看進度。</a:t>
            </a:r>
          </a:p>
          <a:p xmlns:a="http://schemas.openxmlformats.org/drawingml/2006/main">
            <a:r>
              <a:t>來源：D:\螢幕擷取畫面 2026-09-14 133437.png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等待安裝程式下載</a:t>
            </a:r>
          </a:p>
          <a:p xmlns:a="http://schemas.openxmlformats.org/drawingml/2006/main">
            <a:r>
              <a:t>檔案約 577 MB；等待下載列顯示完成。</a:t>
            </a:r>
          </a:p>
          <a:p xmlns:a="http://schemas.openxmlformats.org/drawingml/2006/main">
            <a:r>
              <a:t>來源：D:\螢幕擷取畫面 2026-09-14 133459.png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開啟下載位置</a:t>
            </a:r>
          </a:p>
          <a:p xmlns:a="http://schemas.openxmlformats.org/drawingml/2006/main">
            <a:r>
              <a:t>下載完成後按資料夾圖示，開啟安裝程式所在位置。</a:t>
            </a:r>
          </a:p>
          <a:p xmlns:a="http://schemas.openxmlformats.org/drawingml/2006/main">
            <a:r>
              <a:t>來源：D:\螢幕擷取畫面 2026-09-14 134336.png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啟動 Docker Desktop Installer</a:t>
            </a:r>
          </a:p>
          <a:p xmlns:a="http://schemas.openxmlformats.org/drawingml/2006/main">
            <a:r>
              <a:t>在下載資料夾按兩下 Docker Desktop Installer。</a:t>
            </a:r>
          </a:p>
          <a:p xmlns:a="http://schemas.openxmlformats.org/drawingml/2006/main">
            <a:r>
              <a:t>來源：D:\螢幕擷取畫面 2026-09-14 134403.png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選擇每位使用者安裝</a:t>
            </a:r>
          </a:p>
          <a:p xmlns:a="http://schemas.openxmlformats.org/drawingml/2006/main">
            <a:r>
              <a:t>保留建議的 Per-user installation，按 OK。</a:t>
            </a:r>
          </a:p>
          <a:p xmlns:a="http://schemas.openxmlformats.org/drawingml/2006/main">
            <a:r>
              <a:t>來源：D:\螢幕擷取畫面 2026-09-14 134429.png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等待解壓縮與安裝</a:t>
            </a:r>
          </a:p>
          <a:p xmlns:a="http://schemas.openxmlformats.org/drawingml/2006/main">
            <a:r>
              <a:t>安裝過程不要關閉視窗。</a:t>
            </a:r>
          </a:p>
          <a:p xmlns:a="http://schemas.openxmlformats.org/drawingml/2006/main">
            <a:r>
              <a:t>來源：D:\螢幕擷取畫面 2026-09-14 134436.png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 Docker Desktop 安裝</a:t>
            </a:r>
          </a:p>
          <a:p xmlns:a="http://schemas.openxmlformats.org/drawingml/2006/main">
            <a:r>
              <a:t>看到 Installation succeeded 後按 Close。</a:t>
            </a:r>
          </a:p>
          <a:p xmlns:a="http://schemas.openxmlformats.org/drawingml/2006/main">
            <a:r>
              <a:t>來源：D:\螢幕擷取畫面 2026-09-14 134457.png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啟動 Docker Desktop</a:t>
            </a:r>
          </a:p>
          <a:p xmlns:a="http://schemas.openxmlformats.org/drawingml/2006/main">
            <a:r>
              <a:t>可從桌面捷徑或開始功能表開啟。</a:t>
            </a:r>
          </a:p>
          <a:p xmlns:a="http://schemas.openxmlformats.org/drawingml/2006/main">
            <a:r>
              <a:t>來源：D:\螢幕擷取畫面 2026-09-14 134542.png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接受服務條款</a:t>
            </a:r>
          </a:p>
          <a:p xmlns:a="http://schemas.openxmlformats.org/drawingml/2006/main">
            <a:r>
              <a:t>閱讀條款後按 Accept；大型企業商用可能需要付費方案。</a:t>
            </a:r>
          </a:p>
          <a:p xmlns:a="http://schemas.openxmlformats.org/drawingml/2006/main">
            <a:r>
              <a:t>來源：D:\螢幕擷取畫面 2026-09-14 134601.png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略過登入</a:t>
            </a:r>
          </a:p>
          <a:p xmlns:a="http://schemas.openxmlformats.org/drawingml/2006/main">
            <a:r>
              <a:t>本課以本機操作為主，可先按 Skip。</a:t>
            </a:r>
          </a:p>
          <a:p xmlns:a="http://schemas.openxmlformats.org/drawingml/2006/main">
            <a:r>
              <a:t>來源：D:\螢幕擷取畫面 2026-09-14 134607.png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 Docker Engine 啟動</a:t>
            </a:r>
          </a:p>
          <a:p xmlns:a="http://schemas.openxmlformats.org/drawingml/2006/main">
            <a:r>
              <a:t>左下角顯示 Engine running，表示 Docker Desktop 已準備完成。</a:t>
            </a:r>
          </a:p>
          <a:p xmlns:a="http://schemas.openxmlformats.org/drawingml/2006/main">
            <a:r>
              <a:t>來源：D:\螢幕擷取畫面 2026-09-14 134608.png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辨識虛擬化錯誤</a:t>
            </a:r>
          </a:p>
          <a:p xmlns:a="http://schemas.openxmlformats.org/drawingml/2006/main">
            <a:r>
              <a:t>看到 Virtualization support not detected 時，先停止後續操作並修復虛擬化環境。</a:t>
            </a:r>
          </a:p>
          <a:p xmlns:a="http://schemas.openxmlformats.org/drawingml/2006/main">
            <a:r>
              <a:t>來源：D:\螢幕擷取畫面 2026-09-14 134632.png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 Docker Desktop 已停止</a:t>
            </a:r>
          </a:p>
          <a:p xmlns:a="http://schemas.openxmlformats.org/drawingml/2006/main">
            <a:r>
              <a:t>系統匣顯示 stopped；接著重新執行環境檢查與修復。</a:t>
            </a:r>
          </a:p>
          <a:p xmlns:a="http://schemas.openxmlformats.org/drawingml/2006/main">
            <a:r>
              <a:t>來源：D:\螢幕擷取畫面 2026-09-14 134934.png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修復後重新檢查</a:t>
            </a:r>
          </a:p>
          <a:p xmlns:a="http://schemas.openxmlformats.org/drawingml/2006/main">
            <a:r>
              <a:t>Firmware virtualization、Virtual Machine Platform、WSL 與 hypervisor 都應顯示 Enabled／Running。</a:t>
            </a:r>
          </a:p>
          <a:p xmlns:a="http://schemas.openxmlformats.org/drawingml/2006/main">
            <a:r>
              <a:t>來源：D:\螢幕擷取畫面 2026-09-14 154847.png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Resource Saver 模式</a:t>
            </a:r>
          </a:p>
          <a:p xmlns:a="http://schemas.openxmlformats.org/drawingml/2006/main">
            <a:r>
              <a:t>Resource Saver 不等於故障；Docker 閒置時會降低資源使用。</a:t>
            </a:r>
          </a:p>
          <a:p xmlns:a="http://schemas.openxmlformats.org/drawingml/2006/main">
            <a:r>
              <a:t>來源：D:\螢幕擷取畫面 2026-09-14 155955.png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進入第 03 單元</a:t>
            </a:r>
          </a:p>
          <a:p xmlns:a="http://schemas.openxmlformats.org/drawingml/2006/main">
            <a:r>
              <a:t>開啟「03-啟動-Ollama-與-Open-WebUI」資料夾。</a:t>
            </a:r>
          </a:p>
          <a:p xmlns:a="http://schemas.openxmlformats.org/drawingml/2006/main">
            <a:r>
              <a:t>來源：D:\螢幕擷取畫面 2026-09-14 160501.png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認識第 03 單元檔案</a:t>
            </a:r>
          </a:p>
          <a:p xmlns:a="http://schemas.openxmlformats.org/drawingml/2006/main">
            <a:r>
              <a:t>03_compose.yaml 定義服務；03_service-control 是操作入口。</a:t>
            </a:r>
          </a:p>
          <a:p xmlns:a="http://schemas.openxmlformats.org/drawingml/2006/main">
            <a:r>
              <a:t>來源：D:\螢幕擷取畫面 2026-09-14 160516.png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啟動本機 AI 服務</a:t>
            </a:r>
          </a:p>
          <a:p xmlns:a="http://schemas.openxmlformats.org/drawingml/2006/main">
            <a:r>
              <a:t>按兩下服務控制程式，輸入 1 啟動 Ollama 與 Open WebUI。</a:t>
            </a:r>
          </a:p>
          <a:p xmlns:a="http://schemas.openxmlformats.org/drawingml/2006/main">
            <a:r>
              <a:t>來源：D:\螢幕擷取畫面 2026-09-14 160541.png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第一次啟動需要等待</a:t>
            </a:r>
          </a:p>
          <a:p xmlns:a="http://schemas.openxmlformats.org/drawingml/2006/main">
            <a:r>
              <a:t>系統會下載容器映像；時間依網路速度而定，視窗保持開啟。</a:t>
            </a:r>
          </a:p>
          <a:p xmlns:a="http://schemas.openxmlformats.org/drawingml/2006/main">
            <a:r>
              <a:t>來源：D:\螢幕擷取畫面 2026-09-14 160553.png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確認服務啟動成功</a:t>
            </a:r>
          </a:p>
          <a:p xmlns:a="http://schemas.openxmlformats.org/drawingml/2006/main">
            <a:r>
              <a:t>看到 Services started successfully，再開啟 http://localhost:3000。</a:t>
            </a:r>
          </a:p>
          <a:p xmlns:a="http://schemas.openxmlformats.org/drawingml/2006/main">
            <a:r>
              <a:t>來源：D:\螢幕擷取畫面 2026-09-14 174828.png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 Open WebUI</a:t>
            </a:r>
          </a:p>
          <a:p xmlns:a="http://schemas.openxmlformats.org/drawingml/2006/main">
            <a:r>
              <a:t>在瀏覽器輸入 localhost:3000，按「開始使用」。</a:t>
            </a:r>
          </a:p>
          <a:p xmlns:a="http://schemas.openxmlformats.org/drawingml/2006/main">
            <a:r>
              <a:t>來源：D:\螢幕擷取畫面 2026-09-14 174840.png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建立第一個管理員帳號</a:t>
            </a:r>
          </a:p>
          <a:p xmlns:a="http://schemas.openxmlformats.org/drawingml/2006/main">
            <a:r>
              <a:t>第一個註冊帳號會成為管理員；Email 可使用課堂示範格式。</a:t>
            </a:r>
          </a:p>
          <a:p xmlns:a="http://schemas.openxmlformats.org/drawingml/2006/main">
            <a:r>
              <a:t>來源：D:\螢幕擷取畫面 2026-09-14 175050.png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 Open WebUI</a:t>
            </a:r>
          </a:p>
          <a:p xmlns:a="http://schemas.openxmlformats.org/drawingml/2006/main">
            <a:r>
              <a:t>關閉版本資訊視窗，回到主畫面。</a:t>
            </a:r>
          </a:p>
          <a:p xmlns:a="http://schemas.openxmlformats.org/drawingml/2006/main">
            <a:r>
              <a:t>來源：D:\螢幕擷取畫面 2026-09-14 175105.png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尚未安裝可用模型</a:t>
            </a:r>
          </a:p>
          <a:p xmlns:a="http://schemas.openxmlformats.org/drawingml/2006/main">
            <a:r>
              <a:t>模型選單顯示暫無可用模型，下一步到設定下載。</a:t>
            </a:r>
          </a:p>
          <a:p xmlns:a="http://schemas.openxmlformats.org/drawingml/2006/main">
            <a:r>
              <a:t>來源：D:\螢幕擷取畫面 2026-09-14 175123.png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開啟個人與管理設定</a:t>
            </a:r>
          </a:p>
          <a:p xmlns:a="http://schemas.openxmlformats.org/drawingml/2006/main">
            <a:r>
              <a:t>按左下角帳號名稱，進入設定與管理介面。</a:t>
            </a:r>
          </a:p>
          <a:p xmlns:a="http://schemas.openxmlformats.org/drawingml/2006/main">
            <a:r>
              <a:t>來源：D:\螢幕擷取畫面 2026-09-14 175148.png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進入模型設定</a:t>
            </a:r>
          </a:p>
          <a:p xmlns:a="http://schemas.openxmlformats.org/drawingml/2006/main">
            <a:r>
              <a:t>管理員面板左側選「模型」。</a:t>
            </a:r>
          </a:p>
          <a:p xmlns:a="http://schemas.openxmlformats.org/drawingml/2006/main">
            <a:r>
              <a:t>來源：D:\螢幕擷取畫面 2026-09-14 175413.png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開啟 Ollama 模型管理</a:t>
            </a:r>
          </a:p>
          <a:p xmlns:a="http://schemas.openxmlformats.org/drawingml/2006/main">
            <a:r>
              <a:t>右上角依序選「動作」→「管理」。</a:t>
            </a:r>
          </a:p>
          <a:p xmlns:a="http://schemas.openxmlformats.org/drawingml/2006/main">
            <a:r>
              <a:t>來源：D:\螢幕擷取畫面 2026-09-14 175539.png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輸入模型標籤</a:t>
            </a:r>
          </a:p>
          <a:p xmlns:a="http://schemas.openxmlformats.org/drawingml/2006/main">
            <a:r>
              <a:t>在 Ollama.com 下載欄輸入 gemma3:4b，按下載。</a:t>
            </a:r>
          </a:p>
          <a:p xmlns:a="http://schemas.openxmlformats.org/drawingml/2006/main">
            <a:r>
              <a:t>來源：D:\螢幕擷取畫面 2026-09-14 175557.png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模型下載已開始</a:t>
            </a:r>
          </a:p>
          <a:p xmlns:a="http://schemas.openxmlformats.org/drawingml/2006/main">
            <a:r>
              <a:t>出現模型名稱與進度條後，保持頁面與服務運作。</a:t>
            </a:r>
          </a:p>
          <a:p xmlns:a="http://schemas.openxmlformats.org/drawingml/2006/main">
            <a:r>
              <a:t>來源：D:\螢幕擷取畫面 2026-09-14 175608.png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等待大型模型下載</a:t>
            </a:r>
          </a:p>
          <a:p xmlns:a="http://schemas.openxmlformats.org/drawingml/2006/main">
            <a:r>
              <a:t>下載可能需較長時間；百分比持續上升即可。</a:t>
            </a:r>
          </a:p>
          <a:p xmlns:a="http://schemas.openxmlformats.org/drawingml/2006/main">
            <a:r>
              <a:t>來源：D:\螢幕擷取畫面 2026-09-14 182023.png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模型下載完成</a:t>
            </a:r>
          </a:p>
          <a:p xmlns:a="http://schemas.openxmlformats.org/drawingml/2006/main">
            <a:r>
              <a:t>進度到 100% 後，等待模型出現在清單。</a:t>
            </a:r>
          </a:p>
          <a:p xmlns:a="http://schemas.openxmlformats.org/drawingml/2006/main">
            <a:r>
              <a:t>來源：D:\螢幕擷取畫面 2026-09-14 183355.png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確認模型已加入</a:t>
            </a:r>
          </a:p>
          <a:p xmlns:a="http://schemas.openxmlformats.org/drawingml/2006/main">
            <a:r>
              <a:t>模型清單出現 gemma3:4b，且右側開關已啟用。</a:t>
            </a:r>
          </a:p>
          <a:p xmlns:a="http://schemas.openxmlformats.org/drawingml/2006/main">
            <a:r>
              <a:t>來源：D:\螢幕擷取畫面 2026-09-14 183433.png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隱藏 Arena Model</a:t>
            </a:r>
          </a:p>
          <a:p xmlns:a="http://schemas.openxmlformats.org/drawingml/2006/main">
            <a:r>
              <a:t>若不需要 Arena Model，可關閉右側開關，讓選單更單純。</a:t>
            </a:r>
          </a:p>
          <a:p xmlns:a="http://schemas.openxmlformats.org/drawingml/2006/main">
            <a:r>
              <a:t>來源：D:\螢幕擷取畫面 2026-09-14 183454.png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保留模型基本功能</a:t>
            </a:r>
          </a:p>
          <a:p xmlns:a="http://schemas.openxmlformats.org/drawingml/2006/main">
            <a:r>
              <a:t>初次使用可維持預設功能，再按「儲存並更新」。</a:t>
            </a:r>
          </a:p>
          <a:p xmlns:a="http://schemas.openxmlformats.org/drawingml/2006/main">
            <a:r>
              <a:t>來源：D:\螢幕擷取畫面 2026-09-14 183455.png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選擇 gemma3:4b</a:t>
            </a:r>
          </a:p>
          <a:p xmlns:a="http://schemas.openxmlformats.org/drawingml/2006/main">
            <a:r>
              <a:t>回到對話首頁，從模型選單選 gemma3:4b。</a:t>
            </a:r>
          </a:p>
          <a:p xmlns:a="http://schemas.openxmlformats.org/drawingml/2006/main">
            <a:r>
              <a:t>來源：D:\螢幕擷取畫面 2026-09-14 183522.png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完成第一次本機對話</a:t>
            </a:r>
          </a:p>
          <a:p xmlns:a="http://schemas.openxmlformats.org/drawingml/2006/main">
            <a:r>
              <a:t>輸入簡單測試句並確認模型能回覆；語言風格可用系統提示詞再調整。</a:t>
            </a:r>
          </a:p>
          <a:p xmlns:a="http://schemas.openxmlformats.org/drawingml/2006/main">
            <a:r>
              <a:t>來源：D:\螢幕擷取畫面 2026-09-14 184259.png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總結本次實作成果，並銜接後續的提示詞、教材與知識庫單元。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a80f909174f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1abb211e045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7419b590b45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7621c8b5a48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7d980851744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c91a5e1e24f9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706420bed1469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8d664084544fb4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872c77bd9a4e56" /><Relationship Type="http://schemas.openxmlformats.org/officeDocument/2006/relationships/slideLayout" Target="/ppt/slideLayouts/slideLayout1.xml" Id="R2109313014c2407a" /><Relationship Type="http://schemas.openxmlformats.org/officeDocument/2006/relationships/slideLayout" Target="/ppt/slideLayouts/slideLayout2.xml" Id="R76845ae169bb4f17" /><Relationship Type="http://schemas.openxmlformats.org/officeDocument/2006/relationships/slideLayout" Target="/ppt/slideLayouts/slideLayout3.xml" Id="Re08a4cd6da5548dc" /><Relationship Type="http://schemas.openxmlformats.org/officeDocument/2006/relationships/slideLayout" Target="/ppt/slideLayouts/slideLayout4.xml" Id="R27570a65154b49d5" /><Relationship Type="http://schemas.openxmlformats.org/officeDocument/2006/relationships/slideLayout" Target="/ppt/slideLayouts/slideLayout5.xml" Id="Rdf21e51652b04564" /><Relationship Type="http://schemas.openxmlformats.org/officeDocument/2006/relationships/slideLayout" Target="/ppt/slideLayouts/slideLayout6.xml" Id="Ra17ea8be99d54b7e" /><Relationship Type="http://schemas.openxmlformats.org/officeDocument/2006/relationships/slideLayout" Target="/ppt/slideLayouts/slideLayout7.xml" Id="R578d236d6fa549ee" /><Relationship Type="http://schemas.openxmlformats.org/officeDocument/2006/relationships/slideLayout" Target="/ppt/slideLayouts/slideLayout8.xml" Id="R7adc3c562cfc401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09313014c2407a"/>
    <p:sldLayoutId xmlns:r="http://schemas.openxmlformats.org/officeDocument/2006/relationships" id="2147483650" r:id="R76845ae169bb4f17"/>
    <p:sldLayoutId xmlns:r="http://schemas.openxmlformats.org/officeDocument/2006/relationships" id="2147483651" r:id="Re08a4cd6da5548dc"/>
    <p:sldLayoutId xmlns:r="http://schemas.openxmlformats.org/officeDocument/2006/relationships" id="2147483652" r:id="R27570a65154b49d5"/>
    <p:sldLayoutId xmlns:r="http://schemas.openxmlformats.org/officeDocument/2006/relationships" id="2147483653" r:id="Rdf21e51652b04564"/>
    <p:sldLayoutId xmlns:r="http://schemas.openxmlformats.org/officeDocument/2006/relationships" id="2147483654" r:id="Ra17ea8be99d54b7e"/>
    <p:sldLayoutId xmlns:r="http://schemas.openxmlformats.org/officeDocument/2006/relationships" id="2147483655" r:id="R578d236d6fa549ee"/>
    <p:sldLayoutId xmlns:r="http://schemas.openxmlformats.org/officeDocument/2006/relationships" id="2147483656" r:id="R7adc3c562cfc4018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9b76eeea7254a74" /><Relationship Type="http://schemas.openxmlformats.org/officeDocument/2006/relationships/notesSlide" Target="/ppt/notesSlides/notesSlide1.xml" Id="R5ae80a1a3fcc43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3236492e3be4604" /><Relationship Type="http://schemas.openxmlformats.org/officeDocument/2006/relationships/notesSlide" Target="/ppt/notesSlides/notesSlide2.xml" Id="Rf464b847a25041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095b5b88ae54468" /><Relationship Type="http://schemas.openxmlformats.org/officeDocument/2006/relationships/notesSlide" Target="/ppt/notesSlides/notesSlide3.xml" Id="Ref574ec7257347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625f5930727431f" /><Relationship Type="http://schemas.openxmlformats.org/officeDocument/2006/relationships/notesSlide" Target="/ppt/notesSlides/notesSlide4.xml" Id="R45a577d50fcd4b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004796a81b14ff7" /><Relationship Type="http://schemas.openxmlformats.org/officeDocument/2006/relationships/notesSlide" Target="/ppt/notesSlides/notesSlide5.xml" Id="Ra71a1e784b424f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530e38a033a461c" /><Relationship Type="http://schemas.openxmlformats.org/officeDocument/2006/relationships/notesSlide" Target="/ppt/notesSlides/notesSlide6.xml" Id="R3c4fc4e893e04b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55bb0043d53459b" /><Relationship Type="http://schemas.openxmlformats.org/officeDocument/2006/relationships/image" Target="/ppt/media/image.png" Id="Rbe9eefd875784f0f" /><Relationship Type="http://schemas.openxmlformats.org/officeDocument/2006/relationships/notesSlide" Target="/ppt/notesSlides/notesSlide7.xml" Id="R25600efe15ac46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6973fdce12b4467" /><Relationship Type="http://schemas.openxmlformats.org/officeDocument/2006/relationships/image" Target="/ppt/media/image2.png" Id="R9e7f0fd9cf80412e" /><Relationship Type="http://schemas.openxmlformats.org/officeDocument/2006/relationships/notesSlide" Target="/ppt/notesSlides/notesSlide8.xml" Id="R90961d12c0fb4e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0d01dbabdb043c6" /><Relationship Type="http://schemas.openxmlformats.org/officeDocument/2006/relationships/image" Target="/ppt/media/image3.png" Id="Ra3e218292cc844d3" /><Relationship Type="http://schemas.openxmlformats.org/officeDocument/2006/relationships/notesSlide" Target="/ppt/notesSlides/notesSlide9.xml" Id="Rdb4b410ac7f74f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831c90901684b8b" /><Relationship Type="http://schemas.openxmlformats.org/officeDocument/2006/relationships/image" Target="/ppt/media/image4.png" Id="R363bc9d1614f414b" /><Relationship Type="http://schemas.openxmlformats.org/officeDocument/2006/relationships/notesSlide" Target="/ppt/notesSlides/notesSlide10.xml" Id="R2e45f15690c0400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5420e93cb654670" /><Relationship Type="http://schemas.openxmlformats.org/officeDocument/2006/relationships/image" Target="/ppt/media/image5.png" Id="Rf740176854eb45d7" /><Relationship Type="http://schemas.openxmlformats.org/officeDocument/2006/relationships/notesSlide" Target="/ppt/notesSlides/notesSlide11.xml" Id="R34c8aa06cb2d4a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468fd45a280450e" /><Relationship Type="http://schemas.openxmlformats.org/officeDocument/2006/relationships/image" Target="/ppt/media/image6.png" Id="Raf65bc47b8884be4" /><Relationship Type="http://schemas.openxmlformats.org/officeDocument/2006/relationships/notesSlide" Target="/ppt/notesSlides/notesSlide12.xml" Id="Rd9a7d26f8ffb44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59920dbf3f049a2" /><Relationship Type="http://schemas.openxmlformats.org/officeDocument/2006/relationships/image" Target="/ppt/media/image7.png" Id="R11745c454b564fdd" /><Relationship Type="http://schemas.openxmlformats.org/officeDocument/2006/relationships/notesSlide" Target="/ppt/notesSlides/notesSlide13.xml" Id="R040debcf92d94a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db09ece43154f42" /><Relationship Type="http://schemas.openxmlformats.org/officeDocument/2006/relationships/image" Target="/ppt/media/image8.png" Id="R638a1120a1054717" /><Relationship Type="http://schemas.openxmlformats.org/officeDocument/2006/relationships/notesSlide" Target="/ppt/notesSlides/notesSlide14.xml" Id="Rb7de5f00f84840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04ec26afefc4a74" /><Relationship Type="http://schemas.openxmlformats.org/officeDocument/2006/relationships/image" Target="/ppt/media/image9.png" Id="R6d5dfe55ee494989" /><Relationship Type="http://schemas.openxmlformats.org/officeDocument/2006/relationships/notesSlide" Target="/ppt/notesSlides/notesSlide15.xml" Id="R5b7a3c6a4ad641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5a8dba1072847aa" /><Relationship Type="http://schemas.openxmlformats.org/officeDocument/2006/relationships/image" Target="/ppt/media/image10.png" Id="R5e3c1ab315cb4e22" /><Relationship Type="http://schemas.openxmlformats.org/officeDocument/2006/relationships/notesSlide" Target="/ppt/notesSlides/notesSlide16.xml" Id="R78c05dbab9d5478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6c5104354c641d0" /><Relationship Type="http://schemas.openxmlformats.org/officeDocument/2006/relationships/image" Target="/ppt/media/image11.png" Id="Re2c57a0da16a4d98" /><Relationship Type="http://schemas.openxmlformats.org/officeDocument/2006/relationships/notesSlide" Target="/ppt/notesSlides/notesSlide17.xml" Id="Ref28fe19b9d6489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1c981da9f324d5b" /><Relationship Type="http://schemas.openxmlformats.org/officeDocument/2006/relationships/image" Target="/ppt/media/image12.png" Id="R519ec7061b6f4364" /><Relationship Type="http://schemas.openxmlformats.org/officeDocument/2006/relationships/notesSlide" Target="/ppt/notesSlides/notesSlide18.xml" Id="R3d76683578e94e9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ec68d585df54554" /><Relationship Type="http://schemas.openxmlformats.org/officeDocument/2006/relationships/image" Target="/ppt/media/image13.png" Id="R8f9cc898acab46ec" /><Relationship Type="http://schemas.openxmlformats.org/officeDocument/2006/relationships/notesSlide" Target="/ppt/notesSlides/notesSlide19.xml" Id="Rb087d7c76033439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2b984bd25594130" /><Relationship Type="http://schemas.openxmlformats.org/officeDocument/2006/relationships/image" Target="/ppt/media/image14.png" Id="Rc4e06eaa04dc4683" /><Relationship Type="http://schemas.openxmlformats.org/officeDocument/2006/relationships/notesSlide" Target="/ppt/notesSlides/notesSlide20.xml" Id="R3bfd2176eaf9440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1e41937936142dd" /><Relationship Type="http://schemas.openxmlformats.org/officeDocument/2006/relationships/image" Target="/ppt/media/image15.png" Id="Ra83d4dbee4b64b4e" /><Relationship Type="http://schemas.openxmlformats.org/officeDocument/2006/relationships/notesSlide" Target="/ppt/notesSlides/notesSlide21.xml" Id="Rb28a2bd0dbea457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a4018690632448d" /><Relationship Type="http://schemas.openxmlformats.org/officeDocument/2006/relationships/image" Target="/ppt/media/image16.png" Id="Re6a88ee786684e01" /><Relationship Type="http://schemas.openxmlformats.org/officeDocument/2006/relationships/notesSlide" Target="/ppt/notesSlides/notesSlide22.xml" Id="R070d39d4d0514f6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def85eda82e4225" /><Relationship Type="http://schemas.openxmlformats.org/officeDocument/2006/relationships/image" Target="/ppt/media/image17.png" Id="Re304b3f2459448e5" /><Relationship Type="http://schemas.openxmlformats.org/officeDocument/2006/relationships/notesSlide" Target="/ppt/notesSlides/notesSlide23.xml" Id="R36880564f6d4415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0e0d28eb3ed43e5" /><Relationship Type="http://schemas.openxmlformats.org/officeDocument/2006/relationships/image" Target="/ppt/media/image18.png" Id="R439aada82b03465d" /><Relationship Type="http://schemas.openxmlformats.org/officeDocument/2006/relationships/notesSlide" Target="/ppt/notesSlides/notesSlide24.xml" Id="R14f567e936af4b6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478f2d64e4644e3" /><Relationship Type="http://schemas.openxmlformats.org/officeDocument/2006/relationships/image" Target="/ppt/media/image19.png" Id="R71f946c7cc084476" /><Relationship Type="http://schemas.openxmlformats.org/officeDocument/2006/relationships/notesSlide" Target="/ppt/notesSlides/notesSlide25.xml" Id="R78e57724a894420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6e117e12b3c4ab7" /><Relationship Type="http://schemas.openxmlformats.org/officeDocument/2006/relationships/image" Target="/ppt/media/image20.png" Id="R09fe63622840420e" /><Relationship Type="http://schemas.openxmlformats.org/officeDocument/2006/relationships/notesSlide" Target="/ppt/notesSlides/notesSlide26.xml" Id="R7d2497bb35bd47d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0d2e07c8f3d4bca" /><Relationship Type="http://schemas.openxmlformats.org/officeDocument/2006/relationships/image" Target="/ppt/media/image21.png" Id="Rf24bba86dedf4bef" /><Relationship Type="http://schemas.openxmlformats.org/officeDocument/2006/relationships/notesSlide" Target="/ppt/notesSlides/notesSlide27.xml" Id="R967db48098ba44a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b2a0c9344d743f3" /><Relationship Type="http://schemas.openxmlformats.org/officeDocument/2006/relationships/image" Target="/ppt/media/image22.png" Id="Rdb72bf4a41704d32" /><Relationship Type="http://schemas.openxmlformats.org/officeDocument/2006/relationships/notesSlide" Target="/ppt/notesSlides/notesSlide28.xml" Id="R01e2f462921d4e8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f06b4ea148c47f7" /><Relationship Type="http://schemas.openxmlformats.org/officeDocument/2006/relationships/image" Target="/ppt/media/image23.png" Id="R964aaa5c2b544ee4" /><Relationship Type="http://schemas.openxmlformats.org/officeDocument/2006/relationships/notesSlide" Target="/ppt/notesSlides/notesSlide29.xml" Id="Rb789a9bf215340a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61f7d44db084c47" /><Relationship Type="http://schemas.openxmlformats.org/officeDocument/2006/relationships/image" Target="/ppt/media/image24.png" Id="Rfc35a792121e4036" /><Relationship Type="http://schemas.openxmlformats.org/officeDocument/2006/relationships/notesSlide" Target="/ppt/notesSlides/notesSlide30.xml" Id="Rcc8afd0fb817451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69eb891c12e44e0" /><Relationship Type="http://schemas.openxmlformats.org/officeDocument/2006/relationships/image" Target="/ppt/media/image25.png" Id="R0324782bae8748cd" /><Relationship Type="http://schemas.openxmlformats.org/officeDocument/2006/relationships/notesSlide" Target="/ppt/notesSlides/notesSlide31.xml" Id="R596dcf0da102496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dfaca6a3892430d" /><Relationship Type="http://schemas.openxmlformats.org/officeDocument/2006/relationships/image" Target="/ppt/media/image26.png" Id="R3611565dbcfe4ca4" /><Relationship Type="http://schemas.openxmlformats.org/officeDocument/2006/relationships/notesSlide" Target="/ppt/notesSlides/notesSlide32.xml" Id="R9e1f61691d6546e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167236b79154845" /><Relationship Type="http://schemas.openxmlformats.org/officeDocument/2006/relationships/image" Target="/ppt/media/image27.png" Id="Ra63ed93e7c694ac9" /><Relationship Type="http://schemas.openxmlformats.org/officeDocument/2006/relationships/notesSlide" Target="/ppt/notesSlides/notesSlide33.xml" Id="R2a5932a11567469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a38b955be9a48bb" /><Relationship Type="http://schemas.openxmlformats.org/officeDocument/2006/relationships/image" Target="/ppt/media/image28.png" Id="R5e612e1795f64ec3" /><Relationship Type="http://schemas.openxmlformats.org/officeDocument/2006/relationships/notesSlide" Target="/ppt/notesSlides/notesSlide34.xml" Id="R9059b6367778470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87a3a28442a4e6f" /><Relationship Type="http://schemas.openxmlformats.org/officeDocument/2006/relationships/image" Target="/ppt/media/image29.png" Id="R228269df964e4815" /><Relationship Type="http://schemas.openxmlformats.org/officeDocument/2006/relationships/notesSlide" Target="/ppt/notesSlides/notesSlide35.xml" Id="Rec842afe999046f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f1b72258cbac4dc5" /><Relationship Type="http://schemas.openxmlformats.org/officeDocument/2006/relationships/image" Target="/ppt/media/image30.png" Id="Rbef11273f08c4a73" /><Relationship Type="http://schemas.openxmlformats.org/officeDocument/2006/relationships/notesSlide" Target="/ppt/notesSlides/notesSlide36.xml" Id="Rd66409785cfc4c1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b2b087c15c014800" /><Relationship Type="http://schemas.openxmlformats.org/officeDocument/2006/relationships/image" Target="/ppt/media/image31.png" Id="R403dfcb045de4b2d" /><Relationship Type="http://schemas.openxmlformats.org/officeDocument/2006/relationships/notesSlide" Target="/ppt/notesSlides/notesSlide37.xml" Id="R588d5fe6e34845f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25248bb060d46e6" /><Relationship Type="http://schemas.openxmlformats.org/officeDocument/2006/relationships/image" Target="/ppt/media/image32.png" Id="R0a40d73a41aa4a15" /><Relationship Type="http://schemas.openxmlformats.org/officeDocument/2006/relationships/notesSlide" Target="/ppt/notesSlides/notesSlide38.xml" Id="R041107203342425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776095209a54036" /><Relationship Type="http://schemas.openxmlformats.org/officeDocument/2006/relationships/image" Target="/ppt/media/image33.png" Id="R5f53bf43dbf046ae" /><Relationship Type="http://schemas.openxmlformats.org/officeDocument/2006/relationships/notesSlide" Target="/ppt/notesSlides/notesSlide39.xml" Id="R25baa99005e042a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1f6dbea46db4686" /><Relationship Type="http://schemas.openxmlformats.org/officeDocument/2006/relationships/image" Target="/ppt/media/image34.png" Id="R10fb98db1cbb410d" /><Relationship Type="http://schemas.openxmlformats.org/officeDocument/2006/relationships/notesSlide" Target="/ppt/notesSlides/notesSlide40.xml" Id="Ra4bce517716f4b1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b924cdb493d4851" /><Relationship Type="http://schemas.openxmlformats.org/officeDocument/2006/relationships/image" Target="/ppt/media/image35.png" Id="Rc801dddebd844c07" /><Relationship Type="http://schemas.openxmlformats.org/officeDocument/2006/relationships/notesSlide" Target="/ppt/notesSlides/notesSlide41.xml" Id="R9e1cc24ef0a5475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ab56f4826d344aa" /><Relationship Type="http://schemas.openxmlformats.org/officeDocument/2006/relationships/image" Target="/ppt/media/image36.png" Id="R07332e5ced1a4777" /><Relationship Type="http://schemas.openxmlformats.org/officeDocument/2006/relationships/notesSlide" Target="/ppt/notesSlides/notesSlide42.xml" Id="Ra4e080c9fadb44f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ad2ab1eae4141a4" /><Relationship Type="http://schemas.openxmlformats.org/officeDocument/2006/relationships/image" Target="/ppt/media/image37.png" Id="Rc44b1ef256ea4574" /><Relationship Type="http://schemas.openxmlformats.org/officeDocument/2006/relationships/notesSlide" Target="/ppt/notesSlides/notesSlide43.xml" Id="R3184b02aea2d42b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b67380a478645cb" /><Relationship Type="http://schemas.openxmlformats.org/officeDocument/2006/relationships/image" Target="/ppt/media/image38.png" Id="Rb5e9f2b68c8e4dc9" /><Relationship Type="http://schemas.openxmlformats.org/officeDocument/2006/relationships/notesSlide" Target="/ppt/notesSlides/notesSlide44.xml" Id="R8716e22252244912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684c7d717bc4cdc" /><Relationship Type="http://schemas.openxmlformats.org/officeDocument/2006/relationships/image" Target="/ppt/media/image39.png" Id="R275c1b3333e04f95" /><Relationship Type="http://schemas.openxmlformats.org/officeDocument/2006/relationships/notesSlide" Target="/ppt/notesSlides/notesSlide45.xml" Id="R3a173d889aab4b0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299216c6054d4e69" /><Relationship Type="http://schemas.openxmlformats.org/officeDocument/2006/relationships/image" Target="/ppt/media/image40.png" Id="Rfd19113dd5054222" /><Relationship Type="http://schemas.openxmlformats.org/officeDocument/2006/relationships/notesSlide" Target="/ppt/notesSlides/notesSlide46.xml" Id="Rce41df86f6ba4b7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e0ece881c274429" /><Relationship Type="http://schemas.openxmlformats.org/officeDocument/2006/relationships/image" Target="/ppt/media/image41.png" Id="R70522f0840ea40ca" /><Relationship Type="http://schemas.openxmlformats.org/officeDocument/2006/relationships/notesSlide" Target="/ppt/notesSlides/notesSlide47.xml" Id="R25d8836c3266466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747699f294074692" /><Relationship Type="http://schemas.openxmlformats.org/officeDocument/2006/relationships/image" Target="/ppt/media/image42.png" Id="R110ea0cee79a4377" /><Relationship Type="http://schemas.openxmlformats.org/officeDocument/2006/relationships/notesSlide" Target="/ppt/notesSlides/notesSlide48.xml" Id="R4a380d5f00a944e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3044c7bce664b90" /><Relationship Type="http://schemas.openxmlformats.org/officeDocument/2006/relationships/image" Target="/ppt/media/image43.png" Id="R197bf969d58745ad" /><Relationship Type="http://schemas.openxmlformats.org/officeDocument/2006/relationships/notesSlide" Target="/ppt/notesSlides/notesSlide49.xml" Id="R4334a161025b42b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8d0cdd42b844f1c" /><Relationship Type="http://schemas.openxmlformats.org/officeDocument/2006/relationships/image" Target="/ppt/media/image44.png" Id="Rab2d02a70fce4d2e" /><Relationship Type="http://schemas.openxmlformats.org/officeDocument/2006/relationships/notesSlide" Target="/ppt/notesSlides/notesSlide50.xml" Id="Raed48b7a96b642b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f31eee4b8d14206" /><Relationship Type="http://schemas.openxmlformats.org/officeDocument/2006/relationships/image" Target="/ppt/media/image45.png" Id="R6aa03f42eba048c2" /><Relationship Type="http://schemas.openxmlformats.org/officeDocument/2006/relationships/notesSlide" Target="/ppt/notesSlides/notesSlide51.xml" Id="R8c55c2a765d442a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7c552eaa7d647d9" /><Relationship Type="http://schemas.openxmlformats.org/officeDocument/2006/relationships/image" Target="/ppt/media/image46.png" Id="R8ccd9dfd86ea4362" /><Relationship Type="http://schemas.openxmlformats.org/officeDocument/2006/relationships/notesSlide" Target="/ppt/notesSlides/notesSlide52.xml" Id="Rf8d48688b9934fd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6e4c921729b4ef2" /><Relationship Type="http://schemas.openxmlformats.org/officeDocument/2006/relationships/image" Target="/ppt/media/image47.png" Id="R89812ebf775142b0" /><Relationship Type="http://schemas.openxmlformats.org/officeDocument/2006/relationships/notesSlide" Target="/ppt/notesSlides/notesSlide53.xml" Id="Re1bc5e8abf3047cd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589acb22199488c" /><Relationship Type="http://schemas.openxmlformats.org/officeDocument/2006/relationships/image" Target="/ppt/media/image48.png" Id="R56f4dbe46c264f5f" /><Relationship Type="http://schemas.openxmlformats.org/officeDocument/2006/relationships/notesSlide" Target="/ppt/notesSlides/notesSlide54.xml" Id="R86adaebeaf444440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6398369b49a4d55" /><Relationship Type="http://schemas.openxmlformats.org/officeDocument/2006/relationships/image" Target="/ppt/media/image49.png" Id="R1a826e7707264378" /><Relationship Type="http://schemas.openxmlformats.org/officeDocument/2006/relationships/notesSlide" Target="/ppt/notesSlides/notesSlide55.xml" Id="R00aab49e2d294b3d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bb3eeaa49b342b9" /><Relationship Type="http://schemas.openxmlformats.org/officeDocument/2006/relationships/notesSlide" Target="/ppt/notesSlides/notesSlide56.xml" Id="R35d07e8dc73e4b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FDA77-6F7B-4FC4-81DF-C7819498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001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課堂操作簡報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30268-9F59-49E1-A6FC-363AB0F4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047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Windows 11</a:t>
            </a:r>
          </a:p>
          <a:p xmlns:a="http://schemas.openxmlformats.org/drawingml/2006/main">
            <a:pPr algn="ctr">
              <a:def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地端 AI 建置實作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054BD-48E1-4D32-B6A2-8B64D435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96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從環境檢查，到 gemma3:4b 的第一段本機對話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08F71-0384-41D6-B8A7-13B168D6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課程目標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89C5D-9E9E-4235-85BB-77BC77BB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04950"/>
            <a:ext cx="952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在自己的電腦上</a:t>
            </a:r>
          </a:p>
          <a:p xmlns:a="http://schemas.openxmlformats.org/drawingml/2006/main">
            <a:pPr algn="ctr">
              <a:def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啟動一套可對話的地端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F2E51-5074-4CF6-8CE7-5503CF0D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800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完成後，瀏覽器會連到 Open WebUI，並由本機的 gemma3:4b 產生回覆。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9A06F-E3DB-40E5-90E7-F6537585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577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所有服務都在這台電腦上運作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D3D84-34F5-42A9-84B1-9D2AF51B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BF585-AFC2-40C9-A2B6-681B2631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7C0B5-DED5-40A8-887B-857817FA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五個階段，走到第一段回覆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83D21-D37D-472C-885D-F25A0B67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每一張截圖只處理一個動作，依序完成即可。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04C9F-F776-40F2-985D-7154DB13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9E2DC-406A-46EA-A2D4-B1149374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14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下載教材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FBBF9-9330-4076-94E6-E68CCFA3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GitHub → ZIP → 解壓縮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3406F-D0D6-4405-BA1E-869B28C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B2B90-C480-40F0-895A-8B79B6F0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檢查環境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FD0E5C-B462-46E9-8566-C75FE2C5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Windows、WSL、虛擬化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0B968-A9CA-47EE-9404-540A4B55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7D738-C254-4CFF-9F9D-052B41D7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安裝 Docker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1B9AD-C6DA-4B3A-B5DE-77BD102E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52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下載、安裝、啟動引擎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FABF7-2694-4229-8ABC-548B2CFE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08EDD-836A-4576-87E6-665979C0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671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啟動服務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4D969-7C51-41ED-8E46-7BB7F415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053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Ollama + Open WebUI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BC6B3-2963-4C90-9E4A-6BD11F88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48125"/>
            <a:ext cx="81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A2047-6A03-44CB-91A9-8D025034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671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6102B-FE67-4DDA-9B5B-D813198B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053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gemma3:4b → 第一次對話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C06859-DD95-48C8-B0C6-3C1F131B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5C9157-7EFB-4E39-9BBB-E0FBA338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81A02-C246-45AA-AAB7-9FCCD8E8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投影時的閱讀方式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6A838-BD0B-4D42-959E-595F7AD4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5238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一張截圖，只講一個動作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BB4E8-0367-4FAF-8D17-90BFDA51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先找畫面中的位置，再執行動作，最後核對結果。</a:t>
            </a:r>
          </a:p>
          <a:p xmlns:a="http://schemas.openxmlformats.org/drawingml/2006/main">
            <a:pPr algn="l">
              <a:def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畫面不一樣時先停下來，不要連續點選。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BCC90-C749-4F8E-857B-8C88F457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看位置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67E54-E856-4F3A-B749-5A95134C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A026A1-42D0-48BE-AE78-E8AB96DC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861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做動作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68058-D213-4D15-A20B-8B7E3129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0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53571-92D8-4CC7-800A-8D1D01B3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對結果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516D0-63E1-4166-8CE9-01A18AEB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FD86A-ED43-4759-8DBE-9AFD92E7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8240F-CD19-4354-A9B0-8E4A2539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開始前先確認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80B02-FECF-4FB4-A874-AB49F4FE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準備條件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1C199-1DD1-4D80-9E11-6758589E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Windows 11 電腦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穩定網路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至少 50 GB 可用磁碟空間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可在需要時輸入系統管理員密碼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B02CD-AC27-4E46-BC3B-845E63D9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764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操作原則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B52D9-7885-4990-8A2C-0C64A483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第一次下載會比較久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終端機執行時不要關閉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錯誤畫面先截圖再處理</a:t>
            </a:r>
          </a:p>
          <a:p xmlns:a="http://schemas.openxmlformats.org/drawingml/2006/main">
            <a:pPr algn="l">
              <a:def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完成一頁，再進到下一頁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09FE1-6396-42B1-90E7-5D61DF07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A8393-8B6C-4233-835B-19F6E8DF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32433-DFB3-4780-AB20-9E36E760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今天的完成標準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2A847-95A1-46D8-A42C-F6ACDDDB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做到這三件事，就完成本次實作。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CEAE2-7AF4-427C-B7FE-E5D59399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35B93-EDDC-4DCA-9E1D-FA94E9C3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Docker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26A5C-0597-4051-A315-D9F75DE6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狀態顯示 running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41885-1FBC-4C90-B47E-DFF4F304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8CE2C-BCB8-4B58-A535-CD2EE720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Ollama + Open WebUI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C35E2-054C-42C8-B2A4-2A4044ED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481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服務成功啟動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599525-CDEA-4EB8-981B-237F84B4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24100"/>
            <a:ext cx="95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94D10-6621-4769-A0A0-2A2BEB7A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gemma3:4b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AD263-2FC7-4364-B779-F89D0B7F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481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能產生第一段回覆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E6772-A9AF-40C9-91CA-BF1706C3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323EF-27CF-491D-92CA-CE951AB9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858DD-339B-4CA9-806C-454FA58F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教材下載位置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0210D-9317-41D8-BA95-AFC0DEC5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01/49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eefd875784f0f"/>
          <a:stretch xmlns:a="http://schemas.openxmlformats.org/drawingml/2006/main"/>
        </p:blipFill>
        <p:spPr>
          <a:xfrm xmlns:a="http://schemas.openxmlformats.org/drawingml/2006/main">
            <a:off x="2945628" y="952500"/>
            <a:ext cx="630074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37356-4084-4476-A245-8F121B90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 GitHub 專案頁確認儲存庫名稱與課程單元。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212D5-EE06-429A-A172-CA55E4B0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130723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86FF2-E589-4F91-8A5A-47F15113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705912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FDA38-A1C2-47FC-B586-DFD060F1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 ZIP 教材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32F32-0A53-4551-AF51-EEC4D78F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02/49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f0fd9cf80412e"/>
          <a:stretch xmlns:a="http://schemas.openxmlformats.org/drawingml/2006/main"/>
        </p:blipFill>
        <p:spPr>
          <a:xfrm xmlns:a="http://schemas.openxmlformats.org/drawingml/2006/main">
            <a:off x="2834800" y="952500"/>
            <a:ext cx="652240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34146-6AED-4DB5-939E-3924746B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按 Code，選 Download ZIP，將完整教材下載到電腦。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2E009-54AA-4260-8EEF-459264AC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130829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1FC55-DB52-4E8A-B0D2-6A440EDD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680277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0B6F1-ECB9-46B3-B21B-A987496C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找到教材壓縮檔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3C6DBF-428E-4EF3-9B08-35F358CC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03/49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3F2CE-D533-446D-ABDE-F8BF3CE7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在下載資料夾選取 project-delivery_3LM-main.zip。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218292cc844d3"/>
          <a:stretch xmlns:a="http://schemas.openxmlformats.org/drawingml/2006/main"/>
        </p:blipFill>
        <p:spPr>
          <a:xfrm xmlns:a="http://schemas.openxmlformats.org/drawingml/2006/main">
            <a:off x="662096" y="1866900"/>
            <a:ext cx="10867808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1E1D2-EAD2-4CB1-BCBD-2547D095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130930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63AD1-FDF6-4B48-A683-9B4DFDCB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775898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B518A-B420-4EAE-A7B6-15EC45E5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顯示完整右鍵選單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916A6F-8AFF-4F0C-913A-AE31BC50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04/49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bc9d1614f414b"/>
          <a:stretch xmlns:a="http://schemas.openxmlformats.org/drawingml/2006/main"/>
        </p:blipFill>
        <p:spPr>
          <a:xfrm xmlns:a="http://schemas.openxmlformats.org/drawingml/2006/main">
            <a:off x="1993446" y="952500"/>
            <a:ext cx="8205107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123B0-3C30-42FF-9587-713A44CA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Windows 11 先選「顯示其他選項」，才能看到 7-Zip。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240DE-2BE1-43CD-899F-3749D719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130931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32BA8-F608-4935-895A-898D4C20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587785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150BA-B276-4D80-BB27-EAFC81B2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 7-Zip 解壓縮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A383A-2767-4FD1-8F07-5C805D0D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05/49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0176854eb45d7"/>
          <a:stretch xmlns:a="http://schemas.openxmlformats.org/drawingml/2006/main"/>
        </p:blipFill>
        <p:spPr>
          <a:xfrm xmlns:a="http://schemas.openxmlformats.org/drawingml/2006/main">
            <a:off x="1637607" y="952500"/>
            <a:ext cx="891678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6FFD1-D7C8-4AED-8185-A900759E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依序選 7-Zip → 解壓縮至此。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0DAF9-C2E8-4096-BDD8-0301DB09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130932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E8A24-0F9F-4196-83CB-BDA5E77C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592161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ABCA2-C8F7-4281-93B6-CF155244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確認資料夾已建立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C05E8-8676-4386-8522-4499DE88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06/49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9E17B-238F-482C-BAB8-98C5ABD2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ZIP 旁出現同名資料夾，代表解壓縮完成。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5bc47b8884be4"/>
          <a:stretch xmlns:a="http://schemas.openxmlformats.org/drawingml/2006/main"/>
        </p:blipFill>
        <p:spPr>
          <a:xfrm xmlns:a="http://schemas.openxmlformats.org/drawingml/2006/main">
            <a:off x="457200" y="2388991"/>
            <a:ext cx="11277600" cy="238481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5B54F-3F05-49C6-8AB2-06E96088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130933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6E7AB-1CE5-4CBE-8A30-1599D227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70979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441BE-CF7A-4F20-8DFC-5F8BDFD0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進入教材主資料夾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020F4-81D0-4731-8338-97C0AF5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教材準備 · 07/49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45c454b564fdd"/>
          <a:stretch xmlns:a="http://schemas.openxmlformats.org/drawingml/2006/main"/>
        </p:blipFill>
        <p:spPr>
          <a:xfrm xmlns:a="http://schemas.openxmlformats.org/drawingml/2006/main">
            <a:off x="2396923" y="952500"/>
            <a:ext cx="7398155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BA7C6D-1550-4106-889D-89E0CC11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依單元編號操作；先從「00-課前硬體與環境檢查」開始。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AB861-3FB3-44FB-B713-1423B50B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131515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75E02-154D-4CCB-8747-C89FA335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248666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D8E2C-235D-47A0-8815-F58D4AA9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執行環境檢查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E439A-7DB4-4D2F-A157-817A5231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08/49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a1120a1054717"/>
          <a:stretch xmlns:a="http://schemas.openxmlformats.org/drawingml/2006/main"/>
        </p:blipFill>
        <p:spPr>
          <a:xfrm xmlns:a="http://schemas.openxmlformats.org/drawingml/2006/main">
            <a:off x="457200" y="1013245"/>
            <a:ext cx="11277600" cy="473626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31834F-F0E2-4183-BFA7-F5F82DE4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 00 單元中按兩下 00_check-environment。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073F1-BF05-4B90-B5A5-28ED1DAA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131537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3D7ED-6DA7-4EB9-AED6-ECED4ED6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716991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1B707-C2F0-4F7E-8CE8-2567C547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允許安全性警告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C4527-3466-4E54-A159-E7D87ADE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09/49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dfe55ee494989"/>
          <a:stretch xmlns:a="http://schemas.openxmlformats.org/drawingml/2006/main"/>
        </p:blipFill>
        <p:spPr>
          <a:xfrm xmlns:a="http://schemas.openxmlformats.org/drawingml/2006/main">
            <a:off x="2349131" y="952500"/>
            <a:ext cx="7493738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92C57-779B-4478-BD9B-EC266BB1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確認檔案來自課程教材後，按「執行」。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F2B61-2754-4384-BFB7-BEEC6A35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131612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CE268-8049-45A2-85C1-6798DD40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937016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5DE41-16C4-40B6-8124-C7153F88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環境檢查啟動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5676C-2B0F-4C0A-8ED0-30043A23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10/49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c1ab315cb4e22"/>
          <a:stretch xmlns:a="http://schemas.openxmlformats.org/drawingml/2006/main"/>
        </p:blipFill>
        <p:spPr>
          <a:xfrm xmlns:a="http://schemas.openxmlformats.org/drawingml/2006/main">
            <a:off x="1443869" y="952500"/>
            <a:ext cx="930426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0D097-8B25-4A7F-9A61-2D0464F4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黑色視窗出現後先等待，不要關閉。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2635F-0EF9-48A8-BCC1-A972D2C8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131626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3FB96-0CA5-4F01-8A3E-F78FDC07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843699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4A268-E280-4C33-86C2-C33E4662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讀懂第一次檢查結果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90844-828D-4DAF-B0E2-2743F29C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環境檢查 · 11/49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57a0da16a4d98"/>
          <a:stretch xmlns:a="http://schemas.openxmlformats.org/drawingml/2006/main"/>
        </p:blipFill>
        <p:spPr>
          <a:xfrm xmlns:a="http://schemas.openxmlformats.org/drawingml/2006/main">
            <a:off x="767499" y="952500"/>
            <a:ext cx="1065700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BB737-D4E1-4E64-B774-317770CC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綠色 PASS 表示符合；Docker 尚未安裝或執行是此階段的正常狀態。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676D6-DE32-46E0-80C8-10C3A2CD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131638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F1A07-02FF-4949-8F9F-33BD777D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422195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28910-8543-4A3A-9F08-65CBAA25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 Docker 官方安裝頁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143A7-2AD7-4329-B21C-5082E351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12/49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ec7061b6f4364"/>
          <a:stretch xmlns:a="http://schemas.openxmlformats.org/drawingml/2006/main"/>
        </p:blipFill>
        <p:spPr>
          <a:xfrm xmlns:a="http://schemas.openxmlformats.org/drawingml/2006/main">
            <a:off x="2271078" y="952500"/>
            <a:ext cx="764984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16713-3672-4A7D-AF3C-1E031056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使用 Docker 官方文件的 Windows 安裝頁。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2D778-FB09-4010-90B2-F2D2E857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133328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BB480-AD46-41C9-89A8-1CD89C43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30285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37A1E-95E8-4722-9BB0-66EEA5C6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 Windows x86_64 安裝程式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D5B38-9026-4B28-9579-EB8844CD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13/49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cc898acab46ec"/>
          <a:stretch xmlns:a="http://schemas.openxmlformats.org/drawingml/2006/main"/>
        </p:blipFill>
        <p:spPr>
          <a:xfrm xmlns:a="http://schemas.openxmlformats.org/drawingml/2006/main">
            <a:off x="2271078" y="952500"/>
            <a:ext cx="764984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8A114-97AD-4BF6-B304-90CAEF82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Intel／AMD 一般 Windows 筆電選 x86_64。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E74B1-FF55-43EC-90AB-69C1E0D6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133349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13E37-6221-4118-BFFA-B76897DC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026206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8BEFA-8889-42E5-AED9-06373224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關閉安裝文件分頁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EBFCF-7AA8-4B0C-9F2A-31468DCE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14/49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2293B-5746-4479-BC67-C29D74AF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下載已開始後，可關閉文件分頁並查看進度。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06eaa04dc4683"/>
          <a:stretch xmlns:a="http://schemas.openxmlformats.org/drawingml/2006/main"/>
        </p:blipFill>
        <p:spPr>
          <a:xfrm xmlns:a="http://schemas.openxmlformats.org/drawingml/2006/main">
            <a:off x="457200" y="2385832"/>
            <a:ext cx="11277600" cy="239113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F4417-4324-49D1-8726-2812B204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133437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DE221-BBF0-4369-90E5-08AB5CC8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9470167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41099-740F-497C-8DF0-17CA3B82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等待安裝程式下載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9D488-138E-40B2-AD39-E6C897C7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15/49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d4dbee4b64b4e"/>
          <a:stretch xmlns:a="http://schemas.openxmlformats.org/drawingml/2006/main"/>
        </p:blipFill>
        <p:spPr>
          <a:xfrm xmlns:a="http://schemas.openxmlformats.org/drawingml/2006/main">
            <a:off x="495300" y="1089523"/>
            <a:ext cx="5143500" cy="495518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DE886-9FBD-4F41-8E4F-1E1EF5ED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65C2B-FF19-451F-A7BE-EED0C53D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檔案約 577 MB；等待下載列顯示完成。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69529-339B-45EA-A113-D021C3F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畫面不一致時，先停下來核對前一個步驟。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4F208-1EFD-4960-85D3-3D279A2E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133459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9DC70-BC41-4DC2-B5A2-7035628F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2238668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D29ED-DD21-48CA-861B-1C250448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開啟下載位置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1D41B-204D-4DEC-80ED-84B8E60F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16/49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88ee786684e01"/>
          <a:stretch xmlns:a="http://schemas.openxmlformats.org/drawingml/2006/main"/>
        </p:blipFill>
        <p:spPr>
          <a:xfrm xmlns:a="http://schemas.openxmlformats.org/drawingml/2006/main">
            <a:off x="495300" y="1211736"/>
            <a:ext cx="5143500" cy="471075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64103-EA76-4EA6-A055-01D92A88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ED7C4-4C25-4128-925B-C18061F6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下載完成後按資料夾圖示，開啟安裝程式所在位置。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F9319-0D2F-44C2-8432-35C30749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畫面不一致時，先停下來核對前一個步驟。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A5659-35A8-4814-8122-DC644925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134336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DBF09-092B-444B-AC67-973336F6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08693225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B1927-F188-42D9-ABB8-D287E962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 Docker Desktop Installer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674CA-A8BA-4941-B386-121007DD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17/49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C6649-A48D-4C10-B3A6-94D6B770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在下載資料夾按兩下 Docker Desktop Installer。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4b3f2459448e5"/>
          <a:stretch xmlns:a="http://schemas.openxmlformats.org/drawingml/2006/main"/>
        </p:blipFill>
        <p:spPr>
          <a:xfrm xmlns:a="http://schemas.openxmlformats.org/drawingml/2006/main">
            <a:off x="457200" y="1927230"/>
            <a:ext cx="11277600" cy="330834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6DF18-B439-4D45-A3B2-B0FAF72E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134403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365B7-E1EE-4B09-B1D8-F06639F8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082167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579E8-363A-4457-8B42-EF48BEF6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選擇每位使用者安裝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1CAE9-F407-4970-981E-5988852E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18/49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aada82b03465d"/>
          <a:stretch xmlns:a="http://schemas.openxmlformats.org/drawingml/2006/main"/>
        </p:blipFill>
        <p:spPr>
          <a:xfrm xmlns:a="http://schemas.openxmlformats.org/drawingml/2006/main">
            <a:off x="2742553" y="952500"/>
            <a:ext cx="6706894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3A7048-1768-466D-B5E5-C05D7104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保留建議的 Per-user installation，按 OK。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E6433-DE36-4B78-BA47-E562352C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134429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F9CFB-F4B9-4588-8C1A-8AA9EC70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762402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852E3-C13C-463C-9C61-76910EB4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等待解壓縮與安裝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A5A5D-A782-42F5-BABF-68610A3D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19/49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946c7cc084476"/>
          <a:stretch xmlns:a="http://schemas.openxmlformats.org/drawingml/2006/main"/>
        </p:blipFill>
        <p:spPr>
          <a:xfrm xmlns:a="http://schemas.openxmlformats.org/drawingml/2006/main">
            <a:off x="2591594" y="952500"/>
            <a:ext cx="700881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526AB-B9F0-458C-B3CC-89AB5214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安裝過程不要關閉視窗。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140ED-29CC-4644-A937-F1EFF537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134436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D9DA5-9C60-4936-84D0-7F63D3C4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76029022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9B90E-373E-49DE-87FD-75AA8F60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 Docker Desktop 安裝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4538A-56F9-45AD-BC52-8E54A0B2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20/49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e63622840420e"/>
          <a:stretch xmlns:a="http://schemas.openxmlformats.org/drawingml/2006/main"/>
        </p:blipFill>
        <p:spPr>
          <a:xfrm xmlns:a="http://schemas.openxmlformats.org/drawingml/2006/main">
            <a:off x="2591594" y="952500"/>
            <a:ext cx="700881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5282A-135E-4109-9C9A-A72E1BBA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看到 Installation succeeded 後按 Close。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795C3-DBBF-4765-ACA3-38E86311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134457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13E79-B740-49A1-A43D-D9B74F32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116608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42CA9-0F39-4688-B44F-BA52E7FD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 Docker Desktop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E0826-2C46-49B5-99C2-98C16F56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21/49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bba86dedf4bef"/>
          <a:stretch xmlns:a="http://schemas.openxmlformats.org/drawingml/2006/main"/>
        </p:blipFill>
        <p:spPr>
          <a:xfrm xmlns:a="http://schemas.openxmlformats.org/drawingml/2006/main">
            <a:off x="1607724" y="1066800"/>
            <a:ext cx="2918653" cy="5000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60234-382B-42B1-9F42-A216B62B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95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操作重點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210FF-2C80-4488-B91B-25B41AF5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953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可從桌面捷徑或開始功能表開啟。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51E0C-6F58-486A-AD4E-0A14B734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畫面不一致時，先停下來核對前一個步驟。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971FF0-30F3-4B4D-BE0E-88061065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134542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B83C7-1ED1-421A-9C5E-83076D6C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88810164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EFBE8-86FB-42E2-9E9D-E38795A3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接受服務條款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E58B3-A1DB-4158-8979-67A69197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22/49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2bf4a41704d32"/>
          <a:stretch xmlns:a="http://schemas.openxmlformats.org/drawingml/2006/main"/>
        </p:blipFill>
        <p:spPr>
          <a:xfrm xmlns:a="http://schemas.openxmlformats.org/drawingml/2006/main">
            <a:off x="2214449" y="952500"/>
            <a:ext cx="776310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FAEE3-1A29-4D32-BC5F-440B5A13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閱讀條款後按 Accept；大型企業商用可能需要付費方案。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69179-ABFF-4BA7-8C23-9A406B05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134601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48F2F-C45A-42F5-9A3E-D68FE292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14531208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45D7E-F177-4855-8CA3-25114A6B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略過登入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77D0A-4000-4C2F-A0D4-BE3437FE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23/49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aaa5c2b544ee4"/>
          <a:stretch xmlns:a="http://schemas.openxmlformats.org/drawingml/2006/main"/>
        </p:blipFill>
        <p:spPr>
          <a:xfrm xmlns:a="http://schemas.openxmlformats.org/drawingml/2006/main">
            <a:off x="1814502" y="952500"/>
            <a:ext cx="856299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B73FD-1A22-4BCC-89D8-FBE00244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本課以本機操作為主，可先按 Skip。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FD303-A72E-4932-A209-F8A9406A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134607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EAF13-FC1B-4679-A1B4-0276F884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571015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D1380-A8A8-40EE-97AD-1EA7F2E4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 Docker Engine 啟動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F77C1-DBEA-4D3B-B498-43E6ED26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24/49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5a792121e4036"/>
          <a:stretch xmlns:a="http://schemas.openxmlformats.org/drawingml/2006/main"/>
        </p:blipFill>
        <p:spPr>
          <a:xfrm xmlns:a="http://schemas.openxmlformats.org/drawingml/2006/main">
            <a:off x="1903225" y="952500"/>
            <a:ext cx="83855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A731E-74EC-4331-90EB-3FA865A6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左下角顯示 Engine running，表示 Docker Desktop 已準備完成。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5A5063-9FBB-407A-87F0-D92C97C6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134608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36F90-A008-4BB1-BBFB-14A2FEA8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21366324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337FD-BF80-4632-BE34-DA389F74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辨識虛擬化錯誤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45CA95-4ECF-4378-B81E-9BC6098D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25/49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4782bae8748cd"/>
          <a:stretch xmlns:a="http://schemas.openxmlformats.org/drawingml/2006/main"/>
        </p:blipFill>
        <p:spPr>
          <a:xfrm xmlns:a="http://schemas.openxmlformats.org/drawingml/2006/main">
            <a:off x="1814502" y="952500"/>
            <a:ext cx="856299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62BFC-7287-4307-8282-3F3139A2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看到 Virtualization support not detected 時，先停止後續操作並修復虛擬化環境。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0E209-9C58-4844-B258-DCD30308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134632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5E0F5-BF32-4BD7-8707-98D88E62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54379525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14BF1-B257-4511-8F44-4CA7010E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 Docker Desktop 已停止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54EC8-6018-4BCB-B0FC-844F93B4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26/49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1565dbcfe4ca4"/>
          <a:stretch xmlns:a="http://schemas.openxmlformats.org/drawingml/2006/main"/>
        </p:blipFill>
        <p:spPr>
          <a:xfrm xmlns:a="http://schemas.openxmlformats.org/drawingml/2006/main">
            <a:off x="2272027" y="952500"/>
            <a:ext cx="7647945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6EA4B-924E-447D-BD13-255C99D7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系統匣顯示 stopped；接著重新執行環境檢查與修復。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10341-BDFB-499D-93A7-DFC7F8D9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134934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0142A-6367-406D-A29F-C6DE2B54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28437316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E62B3-3DA7-4C84-A813-55EDCF38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修復後重新檢查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0137E-0113-4BF4-A3AD-A69CAB00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27/49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ed93e7c694ac9"/>
          <a:stretch xmlns:a="http://schemas.openxmlformats.org/drawingml/2006/main"/>
        </p:blipFill>
        <p:spPr>
          <a:xfrm xmlns:a="http://schemas.openxmlformats.org/drawingml/2006/main">
            <a:off x="1372125" y="952500"/>
            <a:ext cx="94477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B3B01-8F25-4926-8D8E-08F0AF31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Firmware virtualization、Virtual Machine Platform、WSL 與 hypervisor 都應顯示 Enabled／Running。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85E30-F2A9-44E5-96A5-5B8910B8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154847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7AC3F-9E83-4E9D-8AA8-0981A815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67224920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70281-BA0F-455C-AE52-BE387B10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Resource Saver 模式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D7D97-2861-4F34-BA46-10241699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Desktop · 28/49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12e1795f64ec3"/>
          <a:stretch xmlns:a="http://schemas.openxmlformats.org/drawingml/2006/main"/>
        </p:blipFill>
        <p:spPr>
          <a:xfrm xmlns:a="http://schemas.openxmlformats.org/drawingml/2006/main">
            <a:off x="1993294" y="952500"/>
            <a:ext cx="820541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A8463-13BD-4A60-A853-EC52464F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Resource Saver 不等於故障；Docker 閒置時會降低資源使用。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90F4F-1023-4083-8DC5-7FEF53D2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155955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8ED3F-3864-4AFC-8AEB-494EBB08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8511024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BCF0C-CAF5-4D57-89D9-9C444600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進入第 03 單元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400F4-F41D-4AF9-8CBF-FF4246AF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29/49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4AD83-24EE-4504-AA25-1062CEA7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開啟「03-啟動-Ollama-與-Open-WebUI」資料夾。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269df964e4815"/>
          <a:stretch xmlns:a="http://schemas.openxmlformats.org/drawingml/2006/main"/>
        </p:blipFill>
        <p:spPr>
          <a:xfrm xmlns:a="http://schemas.openxmlformats.org/drawingml/2006/main">
            <a:off x="457200" y="2379180"/>
            <a:ext cx="11277600" cy="240444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7B702E-4796-4443-B4D4-C865B787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160501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CCB36-7A75-49D2-B860-5E589A98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123252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E6222-9792-478A-B10A-59E41881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認識第 03 單元檔案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76460-A454-4E49-964C-A81BEFCD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30/49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812E3-4686-440E-B4E6-64C53A65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03_compose.yaml 定義服務；03_service-control 是操作入口。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f11273f08c4a73"/>
          <a:stretch xmlns:a="http://schemas.openxmlformats.org/drawingml/2006/main"/>
        </p:blipFill>
        <p:spPr>
          <a:xfrm xmlns:a="http://schemas.openxmlformats.org/drawingml/2006/main">
            <a:off x="457200" y="2135554"/>
            <a:ext cx="11277600" cy="289169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94C72-1217-4A84-9F89-BE92D71F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160516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0DF80-AA0B-4A75-9512-2B088EE5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65269148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824CF-6E19-49EF-B090-9374C0B7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啟動本機 AI 服務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CA98C-8671-41CB-803D-41F645AA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31/49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dfcb045de4b2d"/>
          <a:stretch xmlns:a="http://schemas.openxmlformats.org/drawingml/2006/main"/>
        </p:blipFill>
        <p:spPr>
          <a:xfrm xmlns:a="http://schemas.openxmlformats.org/drawingml/2006/main">
            <a:off x="2207032" y="952500"/>
            <a:ext cx="7777936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01709-1CBA-4AAD-8BE4-9168F869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按兩下服務控制程式，輸入 1 啟動 Ollama 與 Open WebUI。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93B14-5CF0-453E-B7A7-52870B44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160541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4BB045-26E9-4A2C-9762-A5480B90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90205047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5B475C-F15A-4D29-9C83-329BA1E9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第一次啟動需要等待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8E558-CA90-483E-8ED4-8C7964C7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32/49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0d73a41aa4a15"/>
          <a:stretch xmlns:a="http://schemas.openxmlformats.org/drawingml/2006/main"/>
        </p:blipFill>
        <p:spPr>
          <a:xfrm xmlns:a="http://schemas.openxmlformats.org/drawingml/2006/main">
            <a:off x="1372125" y="952500"/>
            <a:ext cx="94477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D4BDE-12D8-47B5-98D6-4FC4356F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系統會下載容器映像；時間依網路速度而定，視窗保持開啟。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95C70-8188-4A6F-9190-757D9569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160553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20B1E-60F2-49BE-9DF8-7292AC63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04866069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5017F-91E4-4039-93C3-BB4692FC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確認服務啟動成功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20B03-842B-4114-BFDA-49C5B19A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服務啟動 · 33/49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3bf43dbf046ae"/>
          <a:stretch xmlns:a="http://schemas.openxmlformats.org/drawingml/2006/main"/>
        </p:blipFill>
        <p:spPr>
          <a:xfrm xmlns:a="http://schemas.openxmlformats.org/drawingml/2006/main">
            <a:off x="1372125" y="952500"/>
            <a:ext cx="944775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21559-F7A4-4DDC-8BC1-E9D2D0E1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看到 Services started successfully，再開啟 http://localhost:3000。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43F13-E351-44F4-84B3-4E4A50DA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174828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4C61B-4585-4C79-997E-FEAF054A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42896054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296C6-D1E5-42DC-B9EB-D1C60AC8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 Open WebUI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4BFB3-5D3A-4339-B4C2-09A44D2F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Open WebUI · 34/49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b98db1cbb410d"/>
          <a:stretch xmlns:a="http://schemas.openxmlformats.org/drawingml/2006/main"/>
        </p:blipFill>
        <p:spPr>
          <a:xfrm xmlns:a="http://schemas.openxmlformats.org/drawingml/2006/main">
            <a:off x="2611490" y="952500"/>
            <a:ext cx="696902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C89DD-FEA3-4543-BC0A-23708AA7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在瀏覽器輸入 localhost:3000，按「開始使用」。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FB0D8-95FB-4288-A79A-F95EA4C1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174840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B81DF-1252-4FDB-9C0E-8FD0E6F4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02203960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EE9C6-E1C4-41AB-8290-1BEDB3D7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建立第一個管理員帳號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0420C-0D78-48EF-813F-3C92278D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Open WebUI · 35/49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1dddebd844c07"/>
          <a:stretch xmlns:a="http://schemas.openxmlformats.org/drawingml/2006/main"/>
        </p:blipFill>
        <p:spPr>
          <a:xfrm xmlns:a="http://schemas.openxmlformats.org/drawingml/2006/main">
            <a:off x="2611490" y="952500"/>
            <a:ext cx="696902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61DD3-099C-43AF-A0D5-93A468C9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第一個註冊帳號會成為管理員；Email 可使用課堂示範格式。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5E66E-2339-400D-9451-41C538B2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175050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B2E92-4446-4E06-8809-ECF25463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07463265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35271-8788-4F78-BF0D-864E9E99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 Open WebUI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B7329-0475-4343-BAB5-7AD3DE2E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Open WebUI · 36/49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32e5ced1a4777"/>
          <a:stretch xmlns:a="http://schemas.openxmlformats.org/drawingml/2006/main"/>
        </p:blipFill>
        <p:spPr>
          <a:xfrm xmlns:a="http://schemas.openxmlformats.org/drawingml/2006/main">
            <a:off x="2611490" y="952500"/>
            <a:ext cx="6969020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53F2D-3D7D-4651-BA0B-5CFD757D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關閉版本資訊視窗，回到主畫面。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F014C-82DF-498A-8DA9-B015E148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175105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BFA28-72C3-44FA-BCEB-25EBCF36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35652168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2847B-71E2-400F-B25B-40649CE6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尚未安裝可用模型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0826AB-EC80-40F0-99BE-A6DBC8D4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37/49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b1ef256ea4574"/>
          <a:stretch xmlns:a="http://schemas.openxmlformats.org/drawingml/2006/main"/>
        </p:blipFill>
        <p:spPr>
          <a:xfrm xmlns:a="http://schemas.openxmlformats.org/drawingml/2006/main">
            <a:off x="639056" y="952500"/>
            <a:ext cx="10913888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47D2E-9639-4D49-B596-CB3D6980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模型選單顯示暫無可用模型，下一步到設定下載。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AE105-8C53-4E1B-AF3A-86C1C984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175123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9FD6E-100D-4512-835B-03B577EB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84514990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4B15E-35A2-44BA-A0B4-0CE8E063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開啟個人與管理設定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36F5E-8BF7-471C-A319-A3926F19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38/49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9f2b68c8e4dc9"/>
          <a:stretch xmlns:a="http://schemas.openxmlformats.org/drawingml/2006/main"/>
        </p:blipFill>
        <p:spPr>
          <a:xfrm xmlns:a="http://schemas.openxmlformats.org/drawingml/2006/main">
            <a:off x="587658" y="952500"/>
            <a:ext cx="11016683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0CE5A-7B5B-4E41-ADB8-DD911CAD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按左下角帳號名稱，進入設定與管理介面。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45D9A-C969-4523-BFC7-08269EF6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175148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13FA0-51B5-4938-A930-D71143FF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48484070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27682-89F0-44F1-9C11-BEE2B087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進入模型設定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D8FFF-2D3B-4DBF-8B59-18AED83F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39/49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c1b3333e04f95"/>
          <a:stretch xmlns:a="http://schemas.openxmlformats.org/drawingml/2006/main"/>
        </p:blipFill>
        <p:spPr>
          <a:xfrm xmlns:a="http://schemas.openxmlformats.org/drawingml/2006/main">
            <a:off x="1870105" y="952500"/>
            <a:ext cx="8451789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9E8E4-8C20-4DEB-895D-7F88C877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管理員面板左側選「模型」。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2644D-8A57-4343-B08B-241C54B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175413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C7B69-4793-4F92-987E-FD10508F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03006327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54B05-6799-44D7-A463-96E8CC56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開啟 Ollama 模型管理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BBA0C-F9CC-441B-AE85-AB1CDADB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40/49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9113dd5054222"/>
          <a:stretch xmlns:a="http://schemas.openxmlformats.org/drawingml/2006/main"/>
        </p:blipFill>
        <p:spPr>
          <a:xfrm xmlns:a="http://schemas.openxmlformats.org/drawingml/2006/main">
            <a:off x="457200" y="1191097"/>
            <a:ext cx="11277600" cy="438055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24181-E0EE-41BD-B55B-44422C0B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右上角依序選「動作」→「管理」。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22DAF-8EDA-4C63-B153-14647735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175539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5CAA3-B987-44A2-B03C-D68BFF79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24265723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2CEB2-8CE6-4B16-949C-D6DBBD4F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輸入模型標籤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63BE9-9EE1-4721-B12E-667FE3D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41/49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22f0840ea40ca"/>
          <a:stretch xmlns:a="http://schemas.openxmlformats.org/drawingml/2006/main"/>
        </p:blipFill>
        <p:spPr>
          <a:xfrm xmlns:a="http://schemas.openxmlformats.org/drawingml/2006/main">
            <a:off x="2270367" y="952500"/>
            <a:ext cx="7651265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D7B0A-030C-4776-8376-67CFA495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在 Ollama.com 下載欄輸入 gemma3:4b，按下載。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A7B41-230A-4955-A3E6-7402CF52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175557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E9331-DACD-429E-AAF3-BC8E2EF1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86661632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79FE1-6267-4165-B056-45881335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模型下載已開始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C9B63-1272-43C6-A8FC-F42DB5DA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42/49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87610-CC4E-4D31-B2E0-633CD904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出現模型名稱與進度條後，保持頁面與服務運作。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ea0cee79a4377"/>
          <a:stretch xmlns:a="http://schemas.openxmlformats.org/drawingml/2006/main"/>
        </p:blipFill>
        <p:spPr>
          <a:xfrm xmlns:a="http://schemas.openxmlformats.org/drawingml/2006/main">
            <a:off x="1318260" y="1866900"/>
            <a:ext cx="955548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C6D9E-B441-4E30-B2D5-AD9211CB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175608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7F2C16-F49E-4619-92F4-69B23BCA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73155550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7A76B-B6A8-4DDF-AE34-7BCEB70D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等待大型模型下載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36F6B-5B9F-42EE-95AE-566E62F4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43/49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50816-FB99-49BE-91DC-82D3BA05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下載可能需較長時間；百分比持續上升即可。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bf969d58745ad"/>
          <a:stretch xmlns:a="http://schemas.openxmlformats.org/drawingml/2006/main"/>
        </p:blipFill>
        <p:spPr>
          <a:xfrm xmlns:a="http://schemas.openxmlformats.org/drawingml/2006/main">
            <a:off x="1025285" y="1866900"/>
            <a:ext cx="10141429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5E09E-264E-43FF-A63A-C1F11363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511E2-0C28-44A1-A3DF-4AA53404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39975181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348EA-678F-426D-B6C7-EBE01C69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模型下載完成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79932-FF7D-451E-9F14-034F599C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44/49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081B8-BBCA-422B-9E63-7355FAA3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進度到 100% 後，等待模型出現在清單。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d02a70fce4d2e"/>
          <a:stretch xmlns:a="http://schemas.openxmlformats.org/drawingml/2006/main"/>
        </p:blipFill>
        <p:spPr>
          <a:xfrm xmlns:a="http://schemas.openxmlformats.org/drawingml/2006/main">
            <a:off x="1002196" y="1866900"/>
            <a:ext cx="10187609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4B17C-421E-4BF2-ADE8-4B87F128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183355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5EA7D-C84F-4643-9B75-422EC924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80786163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23A90-E8A5-4573-969C-81BD11FC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確認模型已加入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30213-E7AE-4BBD-B1F4-18A6C9FD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45/49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03f42eba048c2"/>
          <a:stretch xmlns:a="http://schemas.openxmlformats.org/drawingml/2006/main"/>
        </p:blipFill>
        <p:spPr>
          <a:xfrm xmlns:a="http://schemas.openxmlformats.org/drawingml/2006/main">
            <a:off x="1683694" y="952500"/>
            <a:ext cx="8824612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D4B09-1E04-4CBF-83FB-66F8AAFE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模型清單出現 gemma3:4b，且右側開關已啟用。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65CEA-EDBE-41DC-8558-989373AB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183433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7560D-9030-4CF9-9E59-644640B3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61877927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3E7B7-216B-4E1F-8309-BA9FA439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隱藏 Arena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AEFBA-9666-47B3-AF5C-D2FB1F7E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46/49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d9dfd86ea4362"/>
          <a:stretch xmlns:a="http://schemas.openxmlformats.org/drawingml/2006/main"/>
        </p:blipFill>
        <p:spPr>
          <a:xfrm xmlns:a="http://schemas.openxmlformats.org/drawingml/2006/main">
            <a:off x="457200" y="964746"/>
            <a:ext cx="11277600" cy="483325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78F7F-6D3D-49F2-A53E-7A2B6EF6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若不需要 Arena Model，可關閉右側開關，讓選單更單純。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20EB9-78A6-43C1-A124-5C97A5F0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183454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CDEB0-EB13-403B-9C7C-FD990AAE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75519282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AE603-32CC-46BA-9A26-727D71E2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保留模型基本功能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D6CB1-D1A3-442C-B46B-45483FBF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47/49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12ebf775142b0"/>
          <a:stretch xmlns:a="http://schemas.openxmlformats.org/drawingml/2006/main"/>
        </p:blipFill>
        <p:spPr>
          <a:xfrm xmlns:a="http://schemas.openxmlformats.org/drawingml/2006/main">
            <a:off x="1916686" y="952500"/>
            <a:ext cx="8358628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EF37FA-0E76-4271-9724-F3E845E7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初次使用可維持預設功能，再按「儲存並更新」。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44D09-5C8C-4137-8BD6-872D1A57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183455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44DF5-A61B-4731-A984-E4DBD5E7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86596589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C3818-5ED5-4D82-A3A4-2ACCCBE7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 gemma3:4b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1796A-9C08-49BF-B8C0-FEF4A7C6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48/49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31ED7-BAA6-4E1C-B102-3ECF1F2C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1201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回到對話首頁，從模型選單選 gemma3:4b。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4dbe46c264f5f"/>
          <a:stretch xmlns:a="http://schemas.openxmlformats.org/drawingml/2006/main"/>
        </p:blipFill>
        <p:spPr>
          <a:xfrm xmlns:a="http://schemas.openxmlformats.org/drawingml/2006/main">
            <a:off x="1169334" y="1866900"/>
            <a:ext cx="9853332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A5299-BC76-4C35-8A3D-34F32CCE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183522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B4D58-A1C9-416D-871C-81384109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65973549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DE727-86AB-4F69-8252-933557E1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完成第一次本機對話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32939-FABF-4DF5-A975-532F7C55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2425"/>
            <a:ext cx="2600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本機模型 · 49/49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26e7707264378"/>
          <a:stretch xmlns:a="http://schemas.openxmlformats.org/drawingml/2006/main"/>
        </p:blipFill>
        <p:spPr>
          <a:xfrm xmlns:a="http://schemas.openxmlformats.org/drawingml/2006/main">
            <a:off x="1803442" y="952500"/>
            <a:ext cx="8585117" cy="4857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4CBE5-8006-4978-BF8D-B613F8C7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輸入簡單測試句並確認模型能回覆；語言風格可用系統提示詞再調整。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F26DF-18A2-44D4-8682-F45033CB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來源截圖 · 2026-09-14 184259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57725-169D-40E7-9249-48EFE8EA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25696116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E6241-EA55-4E45-8850-2A05BAB8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085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做到這裡，就完成了本機 AI 基礎環境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610151-EAED-43A5-BFAC-930BFF85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717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i="0">
                <a:solidFill>
                  <a:srgbClr val="FF4709"/>
                </a:solidFill>
                <a:latin typeface="Microsoft JhengHei"/>
                <a:ea typeface="Microsoft JhengHei"/>
                <a:cs typeface="Microsoft JhengHei"/>
              </a:rPr>
              <a:t>Docker → Ollama → Open WebUI → gemma3:4b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22DF4-83E2-4FF7-B5EE-972ED4D1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Docker Engine 正常執行</a:t>
            </a:r>
          </a:p>
          <a:p xmlns:a="http://schemas.openxmlformats.org/drawingml/2006/main">
            <a:pPr algn="ctr">
              <a:def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服務可從 localhost:3000 開啟</a:t>
            </a:r>
          </a:p>
          <a:p xmlns:a="http://schemas.openxmlformats.org/drawingml/2006/main">
            <a:pPr algn="ctr">
              <a:def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i="0">
                <a:solidFill>
                  <a:srgbClr val="C8C8C8"/>
                </a:solidFill>
                <a:latin typeface="Microsoft JhengHei"/>
                <a:ea typeface="Microsoft JhengHei"/>
                <a:cs typeface="Microsoft JhengHei"/>
              </a:rPr>
              <a:t>gemma3:4b 已下載並能產生回覆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FC638-53D9-46D6-A449-D245B879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下一步：固定繁體中文回答，再加入自己的教材與知識庫。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C646A-7BC0-4CFA-A507-6ADB5FEA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Windows 11 地端 AI 建置實作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FCE8D1-0BC2-43A8-9BE5-687DA7E7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341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 i="0">
                <a:solidFill>
                  <a:srgbClr val="8E8E8E"/>
                </a:solidFill>
                <a:latin typeface="Microsoft JhengHei"/>
                <a:ea typeface="Microsoft JhengHei"/>
                <a:cs typeface="Microsoft JhengHe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23134304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2026-09-15T01:27:50.8720000Z</dcterms:created>
  <dcterms:modified xsi:type="dcterms:W3CDTF">2026-09-15T01:27:50.8720000Z</dcterms:modified>
</coreProperties>
</file>