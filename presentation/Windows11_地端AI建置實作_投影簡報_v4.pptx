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5c610ba3b4410" /><Relationship Type="http://schemas.openxmlformats.org/officeDocument/2006/relationships/extended-properties" Target="/docProps/app.xml" Id="R1409dedd6fbd4f48" /><Relationship Type="http://schemas.openxmlformats.org/officeDocument/2006/relationships/officeDocument" Target="/ppt/presentation.xml" Id="R84bb8539a736471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1a87d4c80c14444"/>
  </p:sldMasterIdLst>
  <p:notesMasterIdLst>
    <p:notesMasterId xmlns:r="http://schemas.openxmlformats.org/officeDocument/2006/relationships" r:id="Rb70ac59375084a71"/>
  </p:notesMasterIdLst>
  <p:sldIdLst>
    <p:sldId xmlns:r="http://schemas.openxmlformats.org/officeDocument/2006/relationships" id="256" r:id="R930033b67e2745bf"/>
    <p:sldId xmlns:r="http://schemas.openxmlformats.org/officeDocument/2006/relationships" id="257" r:id="R0e29aebee14e4513"/>
    <p:sldId xmlns:r="http://schemas.openxmlformats.org/officeDocument/2006/relationships" id="258" r:id="R7f8e3e47d6cb4b4c"/>
    <p:sldId xmlns:r="http://schemas.openxmlformats.org/officeDocument/2006/relationships" id="259" r:id="R41fb11636ae74e95"/>
    <p:sldId xmlns:r="http://schemas.openxmlformats.org/officeDocument/2006/relationships" id="260" r:id="R10c05c665b814dfa"/>
    <p:sldId xmlns:r="http://schemas.openxmlformats.org/officeDocument/2006/relationships" id="261" r:id="R6159093f83b6441d"/>
    <p:sldId xmlns:r="http://schemas.openxmlformats.org/officeDocument/2006/relationships" id="262" r:id="Rb4f2c8d14f414680"/>
    <p:sldId xmlns:r="http://schemas.openxmlformats.org/officeDocument/2006/relationships" id="263" r:id="R9e2fb929d282421f"/>
    <p:sldId xmlns:r="http://schemas.openxmlformats.org/officeDocument/2006/relationships" id="264" r:id="R7f1da60d7b56441d"/>
    <p:sldId xmlns:r="http://schemas.openxmlformats.org/officeDocument/2006/relationships" id="265" r:id="Rc0c2b8b7294344e1"/>
    <p:sldId xmlns:r="http://schemas.openxmlformats.org/officeDocument/2006/relationships" id="266" r:id="R5eb250f588b14953"/>
    <p:sldId xmlns:r="http://schemas.openxmlformats.org/officeDocument/2006/relationships" id="267" r:id="Rd51565925e1c48a8"/>
    <p:sldId xmlns:r="http://schemas.openxmlformats.org/officeDocument/2006/relationships" id="268" r:id="R3ff6ce3102654eab"/>
    <p:sldId xmlns:r="http://schemas.openxmlformats.org/officeDocument/2006/relationships" id="269" r:id="Ra9dd8cf2348448a0"/>
    <p:sldId xmlns:r="http://schemas.openxmlformats.org/officeDocument/2006/relationships" id="270" r:id="R1e9a439c735c47ce"/>
    <p:sldId xmlns:r="http://schemas.openxmlformats.org/officeDocument/2006/relationships" id="271" r:id="R325a4cc1f97c4eb2"/>
    <p:sldId xmlns:r="http://schemas.openxmlformats.org/officeDocument/2006/relationships" id="272" r:id="R5132bda914f04099"/>
    <p:sldId xmlns:r="http://schemas.openxmlformats.org/officeDocument/2006/relationships" id="273" r:id="R0856f9e18634461b"/>
    <p:sldId xmlns:r="http://schemas.openxmlformats.org/officeDocument/2006/relationships" id="274" r:id="R0131fa51b9e34bfd"/>
    <p:sldId xmlns:r="http://schemas.openxmlformats.org/officeDocument/2006/relationships" id="275" r:id="R55cd32cf3e264b7e"/>
    <p:sldId xmlns:r="http://schemas.openxmlformats.org/officeDocument/2006/relationships" id="276" r:id="R5ba62449551340f1"/>
    <p:sldId xmlns:r="http://schemas.openxmlformats.org/officeDocument/2006/relationships" id="277" r:id="Re82da4fdc06c4d33"/>
    <p:sldId xmlns:r="http://schemas.openxmlformats.org/officeDocument/2006/relationships" id="278" r:id="Rdc68c9e8bc724c46"/>
    <p:sldId xmlns:r="http://schemas.openxmlformats.org/officeDocument/2006/relationships" id="279" r:id="Rb6db76c5b3eb45d1"/>
    <p:sldId xmlns:r="http://schemas.openxmlformats.org/officeDocument/2006/relationships" id="280" r:id="R9af53797aab74668"/>
    <p:sldId xmlns:r="http://schemas.openxmlformats.org/officeDocument/2006/relationships" id="281" r:id="Rc3a41c100ce8436c"/>
    <p:sldId xmlns:r="http://schemas.openxmlformats.org/officeDocument/2006/relationships" id="282" r:id="Rd00a2011b1594d02"/>
    <p:sldId xmlns:r="http://schemas.openxmlformats.org/officeDocument/2006/relationships" id="283" r:id="R4abff14825244522"/>
    <p:sldId xmlns:r="http://schemas.openxmlformats.org/officeDocument/2006/relationships" id="284" r:id="R79a38852b21f4dd5"/>
    <p:sldId xmlns:r="http://schemas.openxmlformats.org/officeDocument/2006/relationships" id="285" r:id="R010db5108d674dc8"/>
    <p:sldId xmlns:r="http://schemas.openxmlformats.org/officeDocument/2006/relationships" id="286" r:id="R20a1a61763834057"/>
    <p:sldId xmlns:r="http://schemas.openxmlformats.org/officeDocument/2006/relationships" id="287" r:id="R4b871563a3b94aea"/>
    <p:sldId xmlns:r="http://schemas.openxmlformats.org/officeDocument/2006/relationships" id="288" r:id="Rd3bd269c0bd24909"/>
    <p:sldId xmlns:r="http://schemas.openxmlformats.org/officeDocument/2006/relationships" id="289" r:id="R1edff87db8cf4e7c"/>
    <p:sldId xmlns:r="http://schemas.openxmlformats.org/officeDocument/2006/relationships" id="290" r:id="Rfa43920d980f4b2f"/>
    <p:sldId xmlns:r="http://schemas.openxmlformats.org/officeDocument/2006/relationships" id="291" r:id="R620411059e76473b"/>
    <p:sldId xmlns:r="http://schemas.openxmlformats.org/officeDocument/2006/relationships" id="292" r:id="R293bc613a4b44bce"/>
    <p:sldId xmlns:r="http://schemas.openxmlformats.org/officeDocument/2006/relationships" id="293" r:id="R7e4ccd923a454823"/>
    <p:sldId xmlns:r="http://schemas.openxmlformats.org/officeDocument/2006/relationships" id="294" r:id="Rddc165cc95d743b4"/>
    <p:sldId xmlns:r="http://schemas.openxmlformats.org/officeDocument/2006/relationships" id="295" r:id="Rf8f122d15fe243de"/>
    <p:sldId xmlns:r="http://schemas.openxmlformats.org/officeDocument/2006/relationships" id="296" r:id="R52a97cf00ae148dd"/>
    <p:sldId xmlns:r="http://schemas.openxmlformats.org/officeDocument/2006/relationships" id="297" r:id="R735f0742093143f8"/>
    <p:sldId xmlns:r="http://schemas.openxmlformats.org/officeDocument/2006/relationships" id="298" r:id="Rd4e592a533c74f0c"/>
    <p:sldId xmlns:r="http://schemas.openxmlformats.org/officeDocument/2006/relationships" id="299" r:id="Rb65e928d8cb2460a"/>
    <p:sldId xmlns:r="http://schemas.openxmlformats.org/officeDocument/2006/relationships" id="300" r:id="R608d5926dabe48d5"/>
    <p:sldId xmlns:r="http://schemas.openxmlformats.org/officeDocument/2006/relationships" id="301" r:id="R2feae070bb4e4f6d"/>
    <p:sldId xmlns:r="http://schemas.openxmlformats.org/officeDocument/2006/relationships" id="302" r:id="R137b2dde47bd40f7"/>
    <p:sldId xmlns:r="http://schemas.openxmlformats.org/officeDocument/2006/relationships" id="303" r:id="Ra2ce5414f0c04951"/>
    <p:sldId xmlns:r="http://schemas.openxmlformats.org/officeDocument/2006/relationships" id="304" r:id="R9dcc414febc245c0"/>
    <p:sldId xmlns:r="http://schemas.openxmlformats.org/officeDocument/2006/relationships" id="305" r:id="R022b877535da4fe8"/>
    <p:sldId xmlns:r="http://schemas.openxmlformats.org/officeDocument/2006/relationships" id="306" r:id="Rbe6736b323d74d6b"/>
    <p:sldId xmlns:r="http://schemas.openxmlformats.org/officeDocument/2006/relationships" id="307" r:id="Rb643b3493b7643db"/>
    <p:sldId xmlns:r="http://schemas.openxmlformats.org/officeDocument/2006/relationships" id="308" r:id="R6ccbfea1df9e4d93"/>
    <p:sldId xmlns:r="http://schemas.openxmlformats.org/officeDocument/2006/relationships" id="309" r:id="Rca35552f2d094e52"/>
    <p:sldId xmlns:r="http://schemas.openxmlformats.org/officeDocument/2006/relationships" id="310" r:id="R8e587178e36e45f8"/>
    <p:sldId xmlns:r="http://schemas.openxmlformats.org/officeDocument/2006/relationships" id="311" r:id="R89d2be8b9b604051"/>
  </p:sldIdLst>
  <p:sldSz cx="12192000" cy="6858000"/>
  <p:notesSz cx="6858000" cy="9144000"/>
  <p:embeddedFontLst>
    <p:embeddedFont>
      <p:font typeface="Lora"/>
      <p:regular xmlns:r="http://schemas.openxmlformats.org/officeDocument/2006/relationships" r:id="R24148341dce749b5"/>
      <p:bold xmlns:r="http://schemas.openxmlformats.org/officeDocument/2006/relationships" r:id="R209118fdfffb441f"/>
      <p:italic xmlns:r="http://schemas.openxmlformats.org/officeDocument/2006/relationships" r:id="R42e6c9d5e9f549a8"/>
      <p:boldItalic xmlns:r="http://schemas.openxmlformats.org/officeDocument/2006/relationships" r:id="R6dfa7995f7af4471"/>
    </p:embeddedFont>
    <p:embeddedFont>
      <p:font typeface="OpenAI Sans"/>
      <p:regular xmlns:r="http://schemas.openxmlformats.org/officeDocument/2006/relationships" r:id="Re27b66c24b6f4cfe"/>
      <p:bold xmlns:r="http://schemas.openxmlformats.org/officeDocument/2006/relationships" r:id="Rfb2b2abb71fc421a"/>
      <p:italic xmlns:r="http://schemas.openxmlformats.org/officeDocument/2006/relationships" r:id="R13218ab1fb60432f"/>
      <p:boldItalic xmlns:r="http://schemas.openxmlformats.org/officeDocument/2006/relationships" r:id="R593010632fc14538"/>
    </p:embeddedFont>
    <p:embeddedFont>
      <p:font typeface="Roboto"/>
      <p:regular xmlns:r="http://schemas.openxmlformats.org/officeDocument/2006/relationships" r:id="R1559d4d44cec49ca"/>
      <p:bold xmlns:r="http://schemas.openxmlformats.org/officeDocument/2006/relationships" r:id="R7323cb60e12a4e1f"/>
      <p:italic xmlns:r="http://schemas.openxmlformats.org/officeDocument/2006/relationships" r:id="Rae46a082350b4e7a"/>
      <p:boldItalic xmlns:r="http://schemas.openxmlformats.org/officeDocument/2006/relationships" r:id="R400804c24c4443e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ee387d202b41e8" /><Relationship Type="http://schemas.openxmlformats.org/officeDocument/2006/relationships/slideMaster" Target="/ppt/slideMasters/slideMaster1.xml" Id="Re1a87d4c80c14444" /><Relationship Type="http://schemas.openxmlformats.org/officeDocument/2006/relationships/notesMaster" Target="/ppt/notesMasters/notesMaster1.xml" Id="Rb70ac59375084a71" /><Relationship Type="http://schemas.openxmlformats.org/officeDocument/2006/relationships/presProps" Target="/ppt/presProps.xml" Id="R430492b3d8d74ca7" /><Relationship Type="http://schemas.openxmlformats.org/officeDocument/2006/relationships/viewProps" Target="/ppt/viewProps.xml" Id="R24bc4d8c6fb94e1e" /><Relationship Type="http://schemas.openxmlformats.org/officeDocument/2006/relationships/tableStyles" Target="/ppt/tableStyles.xml" Id="R918a53060651449f" /><Relationship Type="http://schemas.openxmlformats.org/officeDocument/2006/relationships/font" Target="/ppt/fonts/font.dat" Id="R24148341dce749b5" /><Relationship Type="http://schemas.openxmlformats.org/officeDocument/2006/relationships/font" Target="/ppt/fonts/font2.dat" Id="R209118fdfffb441f" /><Relationship Type="http://schemas.openxmlformats.org/officeDocument/2006/relationships/font" Target="/ppt/fonts/font3.dat" Id="R42e6c9d5e9f549a8" /><Relationship Type="http://schemas.openxmlformats.org/officeDocument/2006/relationships/font" Target="/ppt/fonts/font4.dat" Id="R6dfa7995f7af4471" /><Relationship Type="http://schemas.openxmlformats.org/officeDocument/2006/relationships/font" Target="/ppt/fonts/font5.dat" Id="Re27b66c24b6f4cfe" /><Relationship Type="http://schemas.openxmlformats.org/officeDocument/2006/relationships/font" Target="/ppt/fonts/font6.dat" Id="Rfb2b2abb71fc421a" /><Relationship Type="http://schemas.openxmlformats.org/officeDocument/2006/relationships/font" Target="/ppt/fonts/font7.dat" Id="R13218ab1fb60432f" /><Relationship Type="http://schemas.openxmlformats.org/officeDocument/2006/relationships/font" Target="/ppt/fonts/font8.dat" Id="R593010632fc14538" /><Relationship Type="http://schemas.openxmlformats.org/officeDocument/2006/relationships/font" Target="/ppt/fonts/font9.dat" Id="R1559d4d44cec49ca" /><Relationship Type="http://schemas.openxmlformats.org/officeDocument/2006/relationships/font" Target="/ppt/fonts/font10.dat" Id="R7323cb60e12a4e1f" /><Relationship Type="http://schemas.openxmlformats.org/officeDocument/2006/relationships/font" Target="/ppt/fonts/font11.dat" Id="Rae46a082350b4e7a" /><Relationship Type="http://schemas.openxmlformats.org/officeDocument/2006/relationships/font" Target="/ppt/fonts/font12.dat" Id="R400804c24c4443ed" /><Relationship Type="http://schemas.openxmlformats.org/officeDocument/2006/relationships/slide" Target="/ppt/slides/slide1.xml" Id="R930033b67e2745bf" /><Relationship Type="http://schemas.openxmlformats.org/officeDocument/2006/relationships/slide" Target="/ppt/slides/slide2.xml" Id="R0e29aebee14e4513" /><Relationship Type="http://schemas.openxmlformats.org/officeDocument/2006/relationships/slide" Target="/ppt/slides/slide3.xml" Id="R7f8e3e47d6cb4b4c" /><Relationship Type="http://schemas.openxmlformats.org/officeDocument/2006/relationships/slide" Target="/ppt/slides/slide4.xml" Id="R41fb11636ae74e95" /><Relationship Type="http://schemas.openxmlformats.org/officeDocument/2006/relationships/slide" Target="/ppt/slides/slide5.xml" Id="R10c05c665b814dfa" /><Relationship Type="http://schemas.openxmlformats.org/officeDocument/2006/relationships/slide" Target="/ppt/slides/slide6.xml" Id="R6159093f83b6441d" /><Relationship Type="http://schemas.openxmlformats.org/officeDocument/2006/relationships/slide" Target="/ppt/slides/slide7.xml" Id="Rb4f2c8d14f414680" /><Relationship Type="http://schemas.openxmlformats.org/officeDocument/2006/relationships/slide" Target="/ppt/slides/slide8.xml" Id="R9e2fb929d282421f" /><Relationship Type="http://schemas.openxmlformats.org/officeDocument/2006/relationships/slide" Target="/ppt/slides/slide9.xml" Id="R7f1da60d7b56441d" /><Relationship Type="http://schemas.openxmlformats.org/officeDocument/2006/relationships/slide" Target="/ppt/slides/slide10.xml" Id="Rc0c2b8b7294344e1" /><Relationship Type="http://schemas.openxmlformats.org/officeDocument/2006/relationships/slide" Target="/ppt/slides/slide11.xml" Id="R5eb250f588b14953" /><Relationship Type="http://schemas.openxmlformats.org/officeDocument/2006/relationships/slide" Target="/ppt/slides/slide12.xml" Id="Rd51565925e1c48a8" /><Relationship Type="http://schemas.openxmlformats.org/officeDocument/2006/relationships/slide" Target="/ppt/slides/slide13.xml" Id="R3ff6ce3102654eab" /><Relationship Type="http://schemas.openxmlformats.org/officeDocument/2006/relationships/slide" Target="/ppt/slides/slide14.xml" Id="Ra9dd8cf2348448a0" /><Relationship Type="http://schemas.openxmlformats.org/officeDocument/2006/relationships/slide" Target="/ppt/slides/slide15.xml" Id="R1e9a439c735c47ce" /><Relationship Type="http://schemas.openxmlformats.org/officeDocument/2006/relationships/slide" Target="/ppt/slides/slide16.xml" Id="R325a4cc1f97c4eb2" /><Relationship Type="http://schemas.openxmlformats.org/officeDocument/2006/relationships/slide" Target="/ppt/slides/slide17.xml" Id="R5132bda914f04099" /><Relationship Type="http://schemas.openxmlformats.org/officeDocument/2006/relationships/slide" Target="/ppt/slides/slide18.xml" Id="R0856f9e18634461b" /><Relationship Type="http://schemas.openxmlformats.org/officeDocument/2006/relationships/slide" Target="/ppt/slides/slide19.xml" Id="R0131fa51b9e34bfd" /><Relationship Type="http://schemas.openxmlformats.org/officeDocument/2006/relationships/slide" Target="/ppt/slides/slide20.xml" Id="R55cd32cf3e264b7e" /><Relationship Type="http://schemas.openxmlformats.org/officeDocument/2006/relationships/slide" Target="/ppt/slides/slide21.xml" Id="R5ba62449551340f1" /><Relationship Type="http://schemas.openxmlformats.org/officeDocument/2006/relationships/slide" Target="/ppt/slides/slide22.xml" Id="Re82da4fdc06c4d33" /><Relationship Type="http://schemas.openxmlformats.org/officeDocument/2006/relationships/slide" Target="/ppt/slides/slide23.xml" Id="Rdc68c9e8bc724c46" /><Relationship Type="http://schemas.openxmlformats.org/officeDocument/2006/relationships/slide" Target="/ppt/slides/slide24.xml" Id="Rb6db76c5b3eb45d1" /><Relationship Type="http://schemas.openxmlformats.org/officeDocument/2006/relationships/slide" Target="/ppt/slides/slide25.xml" Id="R9af53797aab74668" /><Relationship Type="http://schemas.openxmlformats.org/officeDocument/2006/relationships/slide" Target="/ppt/slides/slide26.xml" Id="Rc3a41c100ce8436c" /><Relationship Type="http://schemas.openxmlformats.org/officeDocument/2006/relationships/slide" Target="/ppt/slides/slide27.xml" Id="Rd00a2011b1594d02" /><Relationship Type="http://schemas.openxmlformats.org/officeDocument/2006/relationships/slide" Target="/ppt/slides/slide28.xml" Id="R4abff14825244522" /><Relationship Type="http://schemas.openxmlformats.org/officeDocument/2006/relationships/slide" Target="/ppt/slides/slide29.xml" Id="R79a38852b21f4dd5" /><Relationship Type="http://schemas.openxmlformats.org/officeDocument/2006/relationships/slide" Target="/ppt/slides/slide30.xml" Id="R010db5108d674dc8" /><Relationship Type="http://schemas.openxmlformats.org/officeDocument/2006/relationships/slide" Target="/ppt/slides/slide31.xml" Id="R20a1a61763834057" /><Relationship Type="http://schemas.openxmlformats.org/officeDocument/2006/relationships/slide" Target="/ppt/slides/slide32.xml" Id="R4b871563a3b94aea" /><Relationship Type="http://schemas.openxmlformats.org/officeDocument/2006/relationships/slide" Target="/ppt/slides/slide33.xml" Id="Rd3bd269c0bd24909" /><Relationship Type="http://schemas.openxmlformats.org/officeDocument/2006/relationships/slide" Target="/ppt/slides/slide34.xml" Id="R1edff87db8cf4e7c" /><Relationship Type="http://schemas.openxmlformats.org/officeDocument/2006/relationships/slide" Target="/ppt/slides/slide35.xml" Id="Rfa43920d980f4b2f" /><Relationship Type="http://schemas.openxmlformats.org/officeDocument/2006/relationships/slide" Target="/ppt/slides/slide36.xml" Id="R620411059e76473b" /><Relationship Type="http://schemas.openxmlformats.org/officeDocument/2006/relationships/slide" Target="/ppt/slides/slide37.xml" Id="R293bc613a4b44bce" /><Relationship Type="http://schemas.openxmlformats.org/officeDocument/2006/relationships/slide" Target="/ppt/slides/slide38.xml" Id="R7e4ccd923a454823" /><Relationship Type="http://schemas.openxmlformats.org/officeDocument/2006/relationships/slide" Target="/ppt/slides/slide39.xml" Id="Rddc165cc95d743b4" /><Relationship Type="http://schemas.openxmlformats.org/officeDocument/2006/relationships/slide" Target="/ppt/slides/slide40.xml" Id="Rf8f122d15fe243de" /><Relationship Type="http://schemas.openxmlformats.org/officeDocument/2006/relationships/slide" Target="/ppt/slides/slide41.xml" Id="R52a97cf00ae148dd" /><Relationship Type="http://schemas.openxmlformats.org/officeDocument/2006/relationships/slide" Target="/ppt/slides/slide42.xml" Id="R735f0742093143f8" /><Relationship Type="http://schemas.openxmlformats.org/officeDocument/2006/relationships/slide" Target="/ppt/slides/slide43.xml" Id="Rd4e592a533c74f0c" /><Relationship Type="http://schemas.openxmlformats.org/officeDocument/2006/relationships/slide" Target="/ppt/slides/slide44.xml" Id="Rb65e928d8cb2460a" /><Relationship Type="http://schemas.openxmlformats.org/officeDocument/2006/relationships/slide" Target="/ppt/slides/slide45.xml" Id="R608d5926dabe48d5" /><Relationship Type="http://schemas.openxmlformats.org/officeDocument/2006/relationships/slide" Target="/ppt/slides/slide46.xml" Id="R2feae070bb4e4f6d" /><Relationship Type="http://schemas.openxmlformats.org/officeDocument/2006/relationships/slide" Target="/ppt/slides/slide47.xml" Id="R137b2dde47bd40f7" /><Relationship Type="http://schemas.openxmlformats.org/officeDocument/2006/relationships/slide" Target="/ppt/slides/slide48.xml" Id="Ra2ce5414f0c04951" /><Relationship Type="http://schemas.openxmlformats.org/officeDocument/2006/relationships/slide" Target="/ppt/slides/slide49.xml" Id="R9dcc414febc245c0" /><Relationship Type="http://schemas.openxmlformats.org/officeDocument/2006/relationships/slide" Target="/ppt/slides/slide50.xml" Id="R022b877535da4fe8" /><Relationship Type="http://schemas.openxmlformats.org/officeDocument/2006/relationships/slide" Target="/ppt/slides/slide51.xml" Id="Rbe6736b323d74d6b" /><Relationship Type="http://schemas.openxmlformats.org/officeDocument/2006/relationships/slide" Target="/ppt/slides/slide52.xml" Id="Rb643b3493b7643db" /><Relationship Type="http://schemas.openxmlformats.org/officeDocument/2006/relationships/slide" Target="/ppt/slides/slide53.xml" Id="R6ccbfea1df9e4d93" /><Relationship Type="http://schemas.openxmlformats.org/officeDocument/2006/relationships/slide" Target="/ppt/slides/slide54.xml" Id="Rca35552f2d094e52" /><Relationship Type="http://schemas.openxmlformats.org/officeDocument/2006/relationships/slide" Target="/ppt/slides/slide55.xml" Id="R8e587178e36e45f8" /><Relationship Type="http://schemas.openxmlformats.org/officeDocument/2006/relationships/slide" Target="/ppt/slides/slide56.xml" Id="R89d2be8b9b60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78db50ceb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14f98f5024869" /><Relationship Type="http://schemas.openxmlformats.org/officeDocument/2006/relationships/notesMaster" Target="/ppt/notesMasters/notesMaster1.xml" Id="R45fac15a5d2d49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8e20ad9184b8b" /><Relationship Type="http://schemas.openxmlformats.org/officeDocument/2006/relationships/notesMaster" Target="/ppt/notesMasters/notesMaster1.xml" Id="R81fe4aa7f7ee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001f47db345e5" /><Relationship Type="http://schemas.openxmlformats.org/officeDocument/2006/relationships/notesMaster" Target="/ppt/notesMasters/notesMaster1.xml" Id="R24fdb4c353fc42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9d40106e84036" /><Relationship Type="http://schemas.openxmlformats.org/officeDocument/2006/relationships/notesMaster" Target="/ppt/notesMasters/notesMaster1.xml" Id="Re985c15ab13f49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cd57c257f437e" /><Relationship Type="http://schemas.openxmlformats.org/officeDocument/2006/relationships/notesMaster" Target="/ppt/notesMasters/notesMaster1.xml" Id="R0ede61bc01d64a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ed3b4b3254b91" /><Relationship Type="http://schemas.openxmlformats.org/officeDocument/2006/relationships/notesMaster" Target="/ppt/notesMasters/notesMaster1.xml" Id="R9cb13c56c3e342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8774f6c6d14d49" /><Relationship Type="http://schemas.openxmlformats.org/officeDocument/2006/relationships/notesMaster" Target="/ppt/notesMasters/notesMaster1.xml" Id="R1feecbe8b9b3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4a6407327a4169" /><Relationship Type="http://schemas.openxmlformats.org/officeDocument/2006/relationships/notesMaster" Target="/ppt/notesMasters/notesMaster1.xml" Id="Rb2c0e000643e4d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ed348a895d4979" /><Relationship Type="http://schemas.openxmlformats.org/officeDocument/2006/relationships/notesMaster" Target="/ppt/notesMasters/notesMaster1.xml" Id="R44eea458238a47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8070f056794640" /><Relationship Type="http://schemas.openxmlformats.org/officeDocument/2006/relationships/notesMaster" Target="/ppt/notesMasters/notesMaster1.xml" Id="Rfae9505dc1bf49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ef68778bb34bde" /><Relationship Type="http://schemas.openxmlformats.org/officeDocument/2006/relationships/notesMaster" Target="/ppt/notesMasters/notesMaster1.xml" Id="R7416cb59553246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b3095f3284dc2" /><Relationship Type="http://schemas.openxmlformats.org/officeDocument/2006/relationships/notesMaster" Target="/ppt/notesMasters/notesMaster1.xml" Id="R778d10f29ab949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0f3db6f069442b" /><Relationship Type="http://schemas.openxmlformats.org/officeDocument/2006/relationships/notesMaster" Target="/ppt/notesMasters/notesMaster1.xml" Id="R4e1cb6fe1d1049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babee1dd7c499e" /><Relationship Type="http://schemas.openxmlformats.org/officeDocument/2006/relationships/notesMaster" Target="/ppt/notesMasters/notesMaster1.xml" Id="R9550251e9b5e48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26d688befc4791" /><Relationship Type="http://schemas.openxmlformats.org/officeDocument/2006/relationships/notesMaster" Target="/ppt/notesMasters/notesMaster1.xml" Id="R33adcddabaf340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e863e78aa14c69" /><Relationship Type="http://schemas.openxmlformats.org/officeDocument/2006/relationships/notesMaster" Target="/ppt/notesMasters/notesMaster1.xml" Id="R1fbacb0e9de242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f4dc5fb2954530" /><Relationship Type="http://schemas.openxmlformats.org/officeDocument/2006/relationships/notesMaster" Target="/ppt/notesMasters/notesMaster1.xml" Id="Re3015d49d2c740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dd95c72929464a" /><Relationship Type="http://schemas.openxmlformats.org/officeDocument/2006/relationships/notesMaster" Target="/ppt/notesMasters/notesMaster1.xml" Id="Ree5141fafda442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e738f6ad094dab" /><Relationship Type="http://schemas.openxmlformats.org/officeDocument/2006/relationships/notesMaster" Target="/ppt/notesMasters/notesMaster1.xml" Id="R0faa45c413c844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7fdee076bf40bc" /><Relationship Type="http://schemas.openxmlformats.org/officeDocument/2006/relationships/notesMaster" Target="/ppt/notesMasters/notesMaster1.xml" Id="Re95535e1cf6f4b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b09457f0c549d4" /><Relationship Type="http://schemas.openxmlformats.org/officeDocument/2006/relationships/notesMaster" Target="/ppt/notesMasters/notesMaster1.xml" Id="Rd925757c1fd44e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c2736b054c45d3" /><Relationship Type="http://schemas.openxmlformats.org/officeDocument/2006/relationships/notesMaster" Target="/ppt/notesMasters/notesMaster1.xml" Id="R1a35095752424e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3e8a77d6f743c2" /><Relationship Type="http://schemas.openxmlformats.org/officeDocument/2006/relationships/notesMaster" Target="/ppt/notesMasters/notesMaster1.xml" Id="R89af0c761ede44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99dc504d27544b4" /><Relationship Type="http://schemas.openxmlformats.org/officeDocument/2006/relationships/notesMaster" Target="/ppt/notesMasters/notesMaster1.xml" Id="R6a45d207a47a46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60f6335ed446b1" /><Relationship Type="http://schemas.openxmlformats.org/officeDocument/2006/relationships/notesMaster" Target="/ppt/notesMasters/notesMaster1.xml" Id="R68001107574e48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68c81f9fa44ac3" /><Relationship Type="http://schemas.openxmlformats.org/officeDocument/2006/relationships/notesMaster" Target="/ppt/notesMasters/notesMaster1.xml" Id="R69df4223cb3c4f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66e283a1ab442c" /><Relationship Type="http://schemas.openxmlformats.org/officeDocument/2006/relationships/notesMaster" Target="/ppt/notesMasters/notesMaster1.xml" Id="Rc751ddc09fd94e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2d50272e7747f0" /><Relationship Type="http://schemas.openxmlformats.org/officeDocument/2006/relationships/notesMaster" Target="/ppt/notesMasters/notesMaster1.xml" Id="R735a7d71717a4c5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e8559abaf2442c" /><Relationship Type="http://schemas.openxmlformats.org/officeDocument/2006/relationships/notesMaster" Target="/ppt/notesMasters/notesMaster1.xml" Id="Rc9c33202e91a44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2ae20b4fcf4cec" /><Relationship Type="http://schemas.openxmlformats.org/officeDocument/2006/relationships/notesMaster" Target="/ppt/notesMasters/notesMaster1.xml" Id="R9eac1b6405d14e8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0502672f7f444d" /><Relationship Type="http://schemas.openxmlformats.org/officeDocument/2006/relationships/notesMaster" Target="/ppt/notesMasters/notesMaster1.xml" Id="Rab876d4eaa4a43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ebd236840284913" /><Relationship Type="http://schemas.openxmlformats.org/officeDocument/2006/relationships/notesMaster" Target="/ppt/notesMasters/notesMaster1.xml" Id="Re1bc188b38bc4e6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467b6ddd3d44e0f" /><Relationship Type="http://schemas.openxmlformats.org/officeDocument/2006/relationships/notesMaster" Target="/ppt/notesMasters/notesMaster1.xml" Id="R19cdf1170cd3418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ff9e0bfff4c4830" /><Relationship Type="http://schemas.openxmlformats.org/officeDocument/2006/relationships/notesMaster" Target="/ppt/notesMasters/notesMaster1.xml" Id="Re94b7bfc4610415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1852c7867594c4b" /><Relationship Type="http://schemas.openxmlformats.org/officeDocument/2006/relationships/notesMaster" Target="/ppt/notesMasters/notesMaster1.xml" Id="R7f4ac66600a94fb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9b1615f1c314bc5" /><Relationship Type="http://schemas.openxmlformats.org/officeDocument/2006/relationships/notesMaster" Target="/ppt/notesMasters/notesMaster1.xml" Id="R1433bd6a87e745a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d9350cc235f4808" /><Relationship Type="http://schemas.openxmlformats.org/officeDocument/2006/relationships/notesMaster" Target="/ppt/notesMasters/notesMaster1.xml" Id="Rb11dd9110eb34da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8ae36a1f97f4edc" /><Relationship Type="http://schemas.openxmlformats.org/officeDocument/2006/relationships/notesMaster" Target="/ppt/notesMasters/notesMaster1.xml" Id="Rd8a29b791a674e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7a590fa649842d7" /><Relationship Type="http://schemas.openxmlformats.org/officeDocument/2006/relationships/notesMaster" Target="/ppt/notesMasters/notesMaster1.xml" Id="Rabf3f6ee192c458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f767e7f8eb433b" /><Relationship Type="http://schemas.openxmlformats.org/officeDocument/2006/relationships/notesMaster" Target="/ppt/notesMasters/notesMaster1.xml" Id="Ree7b9a15146643a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1865dd611d64c60" /><Relationship Type="http://schemas.openxmlformats.org/officeDocument/2006/relationships/notesMaster" Target="/ppt/notesMasters/notesMaster1.xml" Id="Rf0ab2cad662147d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790afb9a1534d43" /><Relationship Type="http://schemas.openxmlformats.org/officeDocument/2006/relationships/notesMaster" Target="/ppt/notesMasters/notesMaster1.xml" Id="Rdf0851948fa74ce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dc20f4035964048" /><Relationship Type="http://schemas.openxmlformats.org/officeDocument/2006/relationships/notesMaster" Target="/ppt/notesMasters/notesMaster1.xml" Id="Rce7052427367423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aba210d14a348c2" /><Relationship Type="http://schemas.openxmlformats.org/officeDocument/2006/relationships/notesMaster" Target="/ppt/notesMasters/notesMaster1.xml" Id="Re49689c209084aa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3738215173f4af5" /><Relationship Type="http://schemas.openxmlformats.org/officeDocument/2006/relationships/notesMaster" Target="/ppt/notesMasters/notesMaster1.xml" Id="Re6a99e53fff8416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037406a9a2a4777" /><Relationship Type="http://schemas.openxmlformats.org/officeDocument/2006/relationships/notesMaster" Target="/ppt/notesMasters/notesMaster1.xml" Id="R3cf426016f9e43b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917ae480632496f" /><Relationship Type="http://schemas.openxmlformats.org/officeDocument/2006/relationships/notesMaster" Target="/ppt/notesMasters/notesMaster1.xml" Id="R493d49c8ad5845d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30b77a165d4107" /><Relationship Type="http://schemas.openxmlformats.org/officeDocument/2006/relationships/notesMaster" Target="/ppt/notesMasters/notesMaster1.xml" Id="R0be3892b26c94af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9d031aae9e849a1" /><Relationship Type="http://schemas.openxmlformats.org/officeDocument/2006/relationships/notesMaster" Target="/ppt/notesMasters/notesMaster1.xml" Id="R2c779c3a5c9f43b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291c1249e0f40c8" /><Relationship Type="http://schemas.openxmlformats.org/officeDocument/2006/relationships/notesMaster" Target="/ppt/notesMasters/notesMaster1.xml" Id="R9c07fe69ba3c424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f5c89efdce48a5" /><Relationship Type="http://schemas.openxmlformats.org/officeDocument/2006/relationships/notesMaster" Target="/ppt/notesMasters/notesMaster1.xml" Id="R4b9a72bd63d5435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ba86f7b6b2945c5" /><Relationship Type="http://schemas.openxmlformats.org/officeDocument/2006/relationships/notesMaster" Target="/ppt/notesMasters/notesMaster1.xml" Id="Rd391d556ebdb4bd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ca31095d9b34bf0" /><Relationship Type="http://schemas.openxmlformats.org/officeDocument/2006/relationships/notesMaster" Target="/ppt/notesMasters/notesMaster1.xml" Id="R0ebbdc109b9c4f9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e7109e5dbe044cc" /><Relationship Type="http://schemas.openxmlformats.org/officeDocument/2006/relationships/notesMaster" Target="/ppt/notesMasters/notesMaster1.xml" Id="Rb28af6db9bc945f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7cf0445e3974977" /><Relationship Type="http://schemas.openxmlformats.org/officeDocument/2006/relationships/notesMaster" Target="/ppt/notesMasters/notesMaster1.xml" Id="Re04d23c31f544c8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c0795d5c96b45cb" /><Relationship Type="http://schemas.openxmlformats.org/officeDocument/2006/relationships/notesMaster" Target="/ppt/notesMasters/notesMaster1.xml" Id="R5ea282ab30b64e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封面。說明本次實作會從 Windows 環境準備一路完成本機模型對話。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課程目標：完成 Docker、Ollama、Open WebUI 與 gemma3:4b 的基礎串接。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用五個階段介紹整體路線，提醒學生依截圖順序操作。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提醒學生每頁只做一個動作，若畫面不同就停下來核對。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上課前確認設備、網路、空間與操作權限，並說明等待原則。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先展示完成標準，讓學生知道最後要看到的三個結果。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教材下載位置</a:t>
            </a:r>
          </a:p>
          <a:p xmlns:a="http://schemas.openxmlformats.org/drawingml/2006/main">
            <a:r>
              <a:t>在 GitHub 專案頁確認儲存庫名稱與課程單元。</a:t>
            </a:r>
          </a:p>
          <a:p xmlns:a="http://schemas.openxmlformats.org/drawingml/2006/main">
            <a:r>
              <a:t>來源：D:\螢幕擷取畫面 2026-09-14 130723.png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ZIP 教材</a:t>
            </a:r>
          </a:p>
          <a:p xmlns:a="http://schemas.openxmlformats.org/drawingml/2006/main">
            <a:r>
              <a:t>按 Code，選 Download ZIP，將完整教材下載到電腦。</a:t>
            </a:r>
          </a:p>
          <a:p xmlns:a="http://schemas.openxmlformats.org/drawingml/2006/main">
            <a:r>
              <a:t>來源：D:\螢幕擷取畫面 2026-09-14 130829.png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找到教材壓縮檔</a:t>
            </a:r>
          </a:p>
          <a:p xmlns:a="http://schemas.openxmlformats.org/drawingml/2006/main">
            <a:r>
              <a:t>在下載資料夾選取 project-delivery_3LM-main.zip。</a:t>
            </a:r>
          </a:p>
          <a:p xmlns:a="http://schemas.openxmlformats.org/drawingml/2006/main">
            <a:r>
              <a:t>來源：D:\螢幕擷取畫面 2026-09-14 130930.png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顯示完整右鍵選單</a:t>
            </a:r>
          </a:p>
          <a:p xmlns:a="http://schemas.openxmlformats.org/drawingml/2006/main">
            <a:r>
              <a:t>Windows 11 先選「顯示其他選項」，才能看到 7-Zip。</a:t>
            </a:r>
          </a:p>
          <a:p xmlns:a="http://schemas.openxmlformats.org/drawingml/2006/main">
            <a:r>
              <a:t>來源：D:\螢幕擷取畫面 2026-09-14 130931.png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7-Zip 解壓縮</a:t>
            </a:r>
          </a:p>
          <a:p xmlns:a="http://schemas.openxmlformats.org/drawingml/2006/main">
            <a:r>
              <a:t>依序選 7-Zip → 解壓縮至此。</a:t>
            </a:r>
          </a:p>
          <a:p xmlns:a="http://schemas.openxmlformats.org/drawingml/2006/main">
            <a:r>
              <a:t>來源：D:\螢幕擷取畫面 2026-09-14 130932.png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確認資料夾已建立</a:t>
            </a:r>
          </a:p>
          <a:p xmlns:a="http://schemas.openxmlformats.org/drawingml/2006/main">
            <a:r>
              <a:t>ZIP 旁出現同名資料夾，代表解壓縮完成。</a:t>
            </a:r>
          </a:p>
          <a:p xmlns:a="http://schemas.openxmlformats.org/drawingml/2006/main">
            <a:r>
              <a:t>來源：D:\螢幕擷取畫面 2026-09-14 130933.png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進入教材主資料夾</a:t>
            </a:r>
          </a:p>
          <a:p xmlns:a="http://schemas.openxmlformats.org/drawingml/2006/main">
            <a:r>
              <a:t>依單元編號操作；先從「00-課前硬體與環境檢查」開始。</a:t>
            </a:r>
          </a:p>
          <a:p xmlns:a="http://schemas.openxmlformats.org/drawingml/2006/main">
            <a:r>
              <a:t>來源：D:\螢幕擷取畫面 2026-09-14 131515.png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執行環境檢查</a:t>
            </a:r>
          </a:p>
          <a:p xmlns:a="http://schemas.openxmlformats.org/drawingml/2006/main">
            <a:r>
              <a:t>在 00 單元中按兩下 00_check-environment。</a:t>
            </a:r>
          </a:p>
          <a:p xmlns:a="http://schemas.openxmlformats.org/drawingml/2006/main">
            <a:r>
              <a:t>來源：D:\螢幕擷取畫面 2026-09-14 131537.png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允許安全性警告</a:t>
            </a:r>
          </a:p>
          <a:p xmlns:a="http://schemas.openxmlformats.org/drawingml/2006/main">
            <a:r>
              <a:t>確認檔案來自課程教材後，按「執行」。</a:t>
            </a:r>
          </a:p>
          <a:p xmlns:a="http://schemas.openxmlformats.org/drawingml/2006/main">
            <a:r>
              <a:t>來源：D:\螢幕擷取畫面 2026-09-14 131612.png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環境檢查啟動</a:t>
            </a:r>
          </a:p>
          <a:p xmlns:a="http://schemas.openxmlformats.org/drawingml/2006/main">
            <a:r>
              <a:t>黑色視窗出現後先等待，不要關閉。</a:t>
            </a:r>
          </a:p>
          <a:p xmlns:a="http://schemas.openxmlformats.org/drawingml/2006/main">
            <a:r>
              <a:t>來源：D:\螢幕擷取畫面 2026-09-14 131626.png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讀懂第一次檢查結果</a:t>
            </a:r>
          </a:p>
          <a:p xmlns:a="http://schemas.openxmlformats.org/drawingml/2006/main">
            <a:r>
              <a:t>綠色 PASS 表示符合；Docker 尚未安裝或執行是此階段的正常狀態。</a:t>
            </a:r>
          </a:p>
          <a:p xmlns:a="http://schemas.openxmlformats.org/drawingml/2006/main">
            <a:r>
              <a:t>來源：D:\螢幕擷取畫面 2026-09-14 131638.png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Docker 官方安裝頁</a:t>
            </a:r>
          </a:p>
          <a:p xmlns:a="http://schemas.openxmlformats.org/drawingml/2006/main">
            <a:r>
              <a:t>使用 Docker 官方文件的 Windows 安裝頁。</a:t>
            </a:r>
          </a:p>
          <a:p xmlns:a="http://schemas.openxmlformats.org/drawingml/2006/main">
            <a:r>
              <a:t>來源：D:\螢幕擷取畫面 2026-09-14 133328.png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Windows x86_64 安裝程式</a:t>
            </a:r>
          </a:p>
          <a:p xmlns:a="http://schemas.openxmlformats.org/drawingml/2006/main">
            <a:r>
              <a:t>Intel／AMD 一般 Windows 筆電選 x86_64。</a:t>
            </a:r>
          </a:p>
          <a:p xmlns:a="http://schemas.openxmlformats.org/drawingml/2006/main">
            <a:r>
              <a:t>來源：D:\螢幕擷取畫面 2026-09-14 133349.png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關閉安裝文件分頁</a:t>
            </a:r>
          </a:p>
          <a:p xmlns:a="http://schemas.openxmlformats.org/drawingml/2006/main">
            <a:r>
              <a:t>下載已開始後，可關閉文件分頁並查看進度。</a:t>
            </a:r>
          </a:p>
          <a:p xmlns:a="http://schemas.openxmlformats.org/drawingml/2006/main">
            <a:r>
              <a:t>來源：D:\螢幕擷取畫面 2026-09-14 133437.png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等待安裝程式下載</a:t>
            </a:r>
          </a:p>
          <a:p xmlns:a="http://schemas.openxmlformats.org/drawingml/2006/main">
            <a:r>
              <a:t>檔案約 577 MB；等待下載列顯示完成。</a:t>
            </a:r>
          </a:p>
          <a:p xmlns:a="http://schemas.openxmlformats.org/drawingml/2006/main">
            <a:r>
              <a:t>來源：D:\螢幕擷取畫面 2026-09-14 133459.png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開啟下載位置</a:t>
            </a:r>
          </a:p>
          <a:p xmlns:a="http://schemas.openxmlformats.org/drawingml/2006/main">
            <a:r>
              <a:t>下載完成後按資料夾圖示，開啟安裝程式所在位置。</a:t>
            </a:r>
          </a:p>
          <a:p xmlns:a="http://schemas.openxmlformats.org/drawingml/2006/main">
            <a:r>
              <a:t>來源：D:\螢幕擷取畫面 2026-09-14 134336.png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 Installer</a:t>
            </a:r>
          </a:p>
          <a:p xmlns:a="http://schemas.openxmlformats.org/drawingml/2006/main">
            <a:r>
              <a:t>在下載資料夾按兩下 Docker Desktop Installer。</a:t>
            </a:r>
          </a:p>
          <a:p xmlns:a="http://schemas.openxmlformats.org/drawingml/2006/main">
            <a:r>
              <a:t>來源：D:\螢幕擷取畫面 2026-09-14 134403.png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選擇每位使用者安裝</a:t>
            </a:r>
          </a:p>
          <a:p xmlns:a="http://schemas.openxmlformats.org/drawingml/2006/main">
            <a:r>
              <a:t>保留建議的 Per-user installation，按 OK。</a:t>
            </a:r>
          </a:p>
          <a:p xmlns:a="http://schemas.openxmlformats.org/drawingml/2006/main">
            <a:r>
              <a:t>來源：D:\螢幕擷取畫面 2026-09-14 134429.png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等待解壓縮與安裝</a:t>
            </a:r>
          </a:p>
          <a:p xmlns:a="http://schemas.openxmlformats.org/drawingml/2006/main">
            <a:r>
              <a:t>安裝過程不要關閉視窗。</a:t>
            </a:r>
          </a:p>
          <a:p xmlns:a="http://schemas.openxmlformats.org/drawingml/2006/main">
            <a:r>
              <a:t>來源：D:\螢幕擷取畫面 2026-09-14 134436.png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Docker Desktop 安裝</a:t>
            </a:r>
          </a:p>
          <a:p xmlns:a="http://schemas.openxmlformats.org/drawingml/2006/main">
            <a:r>
              <a:t>看到 Installation succeeded 後按 Close。</a:t>
            </a:r>
          </a:p>
          <a:p xmlns:a="http://schemas.openxmlformats.org/drawingml/2006/main">
            <a:r>
              <a:t>來源：D:\螢幕擷取畫面 2026-09-14 134457.png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</a:t>
            </a:r>
          </a:p>
          <a:p xmlns:a="http://schemas.openxmlformats.org/drawingml/2006/main">
            <a:r>
              <a:t>可從桌面捷徑或開始功能表開啟。</a:t>
            </a:r>
          </a:p>
          <a:p xmlns:a="http://schemas.openxmlformats.org/drawingml/2006/main">
            <a:r>
              <a:t>來源：D:\螢幕擷取畫面 2026-09-14 134542.png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接受服務條款</a:t>
            </a:r>
          </a:p>
          <a:p xmlns:a="http://schemas.openxmlformats.org/drawingml/2006/main">
            <a:r>
              <a:t>閱讀條款後按 Accept；大型企業商用可能需要付費方案。</a:t>
            </a:r>
          </a:p>
          <a:p xmlns:a="http://schemas.openxmlformats.org/drawingml/2006/main">
            <a:r>
              <a:t>來源：D:\螢幕擷取畫面 2026-09-14 134601.png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略過登入</a:t>
            </a:r>
          </a:p>
          <a:p xmlns:a="http://schemas.openxmlformats.org/drawingml/2006/main">
            <a:r>
              <a:t>本課以本機操作為主，可先按 Skip。</a:t>
            </a:r>
          </a:p>
          <a:p xmlns:a="http://schemas.openxmlformats.org/drawingml/2006/main">
            <a:r>
              <a:t>來源：D:\螢幕擷取畫面 2026-09-14 134607.png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Engine 啟動</a:t>
            </a:r>
          </a:p>
          <a:p xmlns:a="http://schemas.openxmlformats.org/drawingml/2006/main">
            <a:r>
              <a:t>左下角顯示 Engine running，表示 Docker Desktop 已準備完成。</a:t>
            </a:r>
          </a:p>
          <a:p xmlns:a="http://schemas.openxmlformats.org/drawingml/2006/main">
            <a:r>
              <a:t>來源：D:\螢幕擷取畫面 2026-09-14 134608.png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辨識虛擬化錯誤</a:t>
            </a:r>
          </a:p>
          <a:p xmlns:a="http://schemas.openxmlformats.org/drawingml/2006/main">
            <a:r>
              <a:t>看到 Virtualization support not detected 時，先停止後續操作並修復虛擬化環境。</a:t>
            </a:r>
          </a:p>
          <a:p xmlns:a="http://schemas.openxmlformats.org/drawingml/2006/main">
            <a:r>
              <a:t>來源：D:\螢幕擷取畫面 2026-09-14 134632.png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Desktop 已停止</a:t>
            </a:r>
          </a:p>
          <a:p xmlns:a="http://schemas.openxmlformats.org/drawingml/2006/main">
            <a:r>
              <a:t>系統匣顯示 stopped；接著重新執行環境檢查與修復。</a:t>
            </a:r>
          </a:p>
          <a:p xmlns:a="http://schemas.openxmlformats.org/drawingml/2006/main">
            <a:r>
              <a:t>來源：D:\螢幕擷取畫面 2026-09-14 134934.png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修復後重新檢查</a:t>
            </a:r>
          </a:p>
          <a:p xmlns:a="http://schemas.openxmlformats.org/drawingml/2006/main">
            <a:r>
              <a:t>Firmware virtualization、Virtual Machine Platform、WSL 與 hypervisor 都應顯示 Enabled／Running。</a:t>
            </a:r>
          </a:p>
          <a:p xmlns:a="http://schemas.openxmlformats.org/drawingml/2006/main">
            <a:r>
              <a:t>來源：D:\螢幕擷取畫面 2026-09-14 154847.png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Saver 模式</a:t>
            </a:r>
          </a:p>
          <a:p xmlns:a="http://schemas.openxmlformats.org/drawingml/2006/main">
            <a:r>
              <a:t>Resource Saver 不等於故障；Docker 閒置時會降低資源使用。</a:t>
            </a:r>
          </a:p>
          <a:p xmlns:a="http://schemas.openxmlformats.org/drawingml/2006/main">
            <a:r>
              <a:t>來源：D:\螢幕擷取畫面 2026-09-14 155955.png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進入第 03 單元</a:t>
            </a:r>
          </a:p>
          <a:p xmlns:a="http://schemas.openxmlformats.org/drawingml/2006/main">
            <a:r>
              <a:t>開啟「03-啟動-Ollama-與-Open-WebUI」資料夾。</a:t>
            </a:r>
          </a:p>
          <a:p xmlns:a="http://schemas.openxmlformats.org/drawingml/2006/main">
            <a:r>
              <a:t>來源：D:\螢幕擷取畫面 2026-09-14 160501.png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認識第 03 單元檔案</a:t>
            </a:r>
          </a:p>
          <a:p xmlns:a="http://schemas.openxmlformats.org/drawingml/2006/main">
            <a:r>
              <a:t>03_compose.yaml 定義服務；03_service-control 是操作入口。</a:t>
            </a:r>
          </a:p>
          <a:p xmlns:a="http://schemas.openxmlformats.org/drawingml/2006/main">
            <a:r>
              <a:t>來源：D:\螢幕擷取畫面 2026-09-14 160516.png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啟動本機 AI 服務</a:t>
            </a:r>
          </a:p>
          <a:p xmlns:a="http://schemas.openxmlformats.org/drawingml/2006/main">
            <a:r>
              <a:t>按兩下服務控制程式，輸入 1 啟動 Ollama 與 Open WebUI。</a:t>
            </a:r>
          </a:p>
          <a:p xmlns:a="http://schemas.openxmlformats.org/drawingml/2006/main">
            <a:r>
              <a:t>來源：D:\螢幕擷取畫面 2026-09-14 160541.png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第一次啟動需要等待</a:t>
            </a:r>
          </a:p>
          <a:p xmlns:a="http://schemas.openxmlformats.org/drawingml/2006/main">
            <a:r>
              <a:t>系統會下載容器映像；時間依網路速度而定，視窗保持開啟。</a:t>
            </a:r>
          </a:p>
          <a:p xmlns:a="http://schemas.openxmlformats.org/drawingml/2006/main">
            <a:r>
              <a:t>來源：D:\螢幕擷取畫面 2026-09-14 160553.png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確認服務啟動成功</a:t>
            </a:r>
          </a:p>
          <a:p xmlns:a="http://schemas.openxmlformats.org/drawingml/2006/main">
            <a:r>
              <a:t>看到 Services started successfully，再開啟 http://localhost:3000。</a:t>
            </a:r>
          </a:p>
          <a:p xmlns:a="http://schemas.openxmlformats.org/drawingml/2006/main">
            <a:r>
              <a:t>來源：D:\螢幕擷取畫面 2026-09-14 174828.png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Open WebUI</a:t>
            </a:r>
          </a:p>
          <a:p xmlns:a="http://schemas.openxmlformats.org/drawingml/2006/main">
            <a:r>
              <a:t>在瀏覽器輸入 localhost:3000，按「開始使用」。</a:t>
            </a:r>
          </a:p>
          <a:p xmlns:a="http://schemas.openxmlformats.org/drawingml/2006/main">
            <a:r>
              <a:t>來源：D:\螢幕擷取畫面 2026-09-14 174840.png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建立第一個管理員帳號</a:t>
            </a:r>
          </a:p>
          <a:p xmlns:a="http://schemas.openxmlformats.org/drawingml/2006/main">
            <a:r>
              <a:t>第一個註冊帳號會成為管理員；Email 可使用課堂示範格式。</a:t>
            </a:r>
          </a:p>
          <a:p xmlns:a="http://schemas.openxmlformats.org/drawingml/2006/main">
            <a:r>
              <a:t>來源：D:\螢幕擷取畫面 2026-09-14 175050.png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Open WebUI</a:t>
            </a:r>
          </a:p>
          <a:p xmlns:a="http://schemas.openxmlformats.org/drawingml/2006/main">
            <a:r>
              <a:t>關閉版本資訊視窗，回到主畫面。</a:t>
            </a:r>
          </a:p>
          <a:p xmlns:a="http://schemas.openxmlformats.org/drawingml/2006/main">
            <a:r>
              <a:t>來源：D:\螢幕擷取畫面 2026-09-14 175105.png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尚未安裝可用模型</a:t>
            </a:r>
          </a:p>
          <a:p xmlns:a="http://schemas.openxmlformats.org/drawingml/2006/main">
            <a:r>
              <a:t>模型選單顯示暫無可用模型，下一步到設定下載。</a:t>
            </a:r>
          </a:p>
          <a:p xmlns:a="http://schemas.openxmlformats.org/drawingml/2006/main">
            <a:r>
              <a:t>來源：D:\螢幕擷取畫面 2026-09-14 175123.png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開啟個人與管理設定</a:t>
            </a:r>
          </a:p>
          <a:p xmlns:a="http://schemas.openxmlformats.org/drawingml/2006/main">
            <a:r>
              <a:t>按左下角帳號名稱，進入設定與管理介面。</a:t>
            </a:r>
          </a:p>
          <a:p xmlns:a="http://schemas.openxmlformats.org/drawingml/2006/main">
            <a:r>
              <a:t>來源：D:\螢幕擷取畫面 2026-09-14 175148.png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進入模型設定</a:t>
            </a:r>
          </a:p>
          <a:p xmlns:a="http://schemas.openxmlformats.org/drawingml/2006/main">
            <a:r>
              <a:t>管理員面板左側選「模型」。</a:t>
            </a:r>
          </a:p>
          <a:p xmlns:a="http://schemas.openxmlformats.org/drawingml/2006/main">
            <a:r>
              <a:t>來源：D:\螢幕擷取畫面 2026-09-14 175413.png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Ollama 模型管理</a:t>
            </a:r>
          </a:p>
          <a:p xmlns:a="http://schemas.openxmlformats.org/drawingml/2006/main">
            <a:r>
              <a:t>右上角依序選「動作」→「管理」。</a:t>
            </a:r>
          </a:p>
          <a:p xmlns:a="http://schemas.openxmlformats.org/drawingml/2006/main">
            <a:r>
              <a:t>來源：D:\螢幕擷取畫面 2026-09-14 175539.png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輸入模型標籤</a:t>
            </a:r>
          </a:p>
          <a:p xmlns:a="http://schemas.openxmlformats.org/drawingml/2006/main">
            <a:r>
              <a:t>在 Ollama.com 下載欄輸入 gemma3:4b，按下載。</a:t>
            </a:r>
          </a:p>
          <a:p xmlns:a="http://schemas.openxmlformats.org/drawingml/2006/main">
            <a:r>
              <a:t>來源：D:\螢幕擷取畫面 2026-09-14 175557.png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模型下載已開始</a:t>
            </a:r>
          </a:p>
          <a:p xmlns:a="http://schemas.openxmlformats.org/drawingml/2006/main">
            <a:r>
              <a:t>出現模型名稱與進度條後，保持頁面與服務運作。</a:t>
            </a:r>
          </a:p>
          <a:p xmlns:a="http://schemas.openxmlformats.org/drawingml/2006/main">
            <a:r>
              <a:t>來源：D:\螢幕擷取畫面 2026-09-14 175608.png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等待大型模型下載</a:t>
            </a:r>
          </a:p>
          <a:p xmlns:a="http://schemas.openxmlformats.org/drawingml/2006/main">
            <a:r>
              <a:t>下載可能需較長時間；百分比持續上升即可。</a:t>
            </a:r>
          </a:p>
          <a:p xmlns:a="http://schemas.openxmlformats.org/drawingml/2006/main">
            <a:r>
              <a:t>來源：D:\螢幕擷取畫面 2026-09-14 182023.png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模型下載完成</a:t>
            </a:r>
          </a:p>
          <a:p xmlns:a="http://schemas.openxmlformats.org/drawingml/2006/main">
            <a:r>
              <a:t>進度到 100% 後，等待模型出現在清單。</a:t>
            </a:r>
          </a:p>
          <a:p xmlns:a="http://schemas.openxmlformats.org/drawingml/2006/main">
            <a:r>
              <a:t>來源：D:\螢幕擷取畫面 2026-09-14 183355.png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確認模型已加入</a:t>
            </a:r>
          </a:p>
          <a:p xmlns:a="http://schemas.openxmlformats.org/drawingml/2006/main">
            <a:r>
              <a:t>模型清單出現 gemma3:4b，且右側開關已啟用。</a:t>
            </a:r>
          </a:p>
          <a:p xmlns:a="http://schemas.openxmlformats.org/drawingml/2006/main">
            <a:r>
              <a:t>來源：D:\螢幕擷取畫面 2026-09-14 183433.png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隱藏 Arena Model</a:t>
            </a:r>
          </a:p>
          <a:p xmlns:a="http://schemas.openxmlformats.org/drawingml/2006/main">
            <a:r>
              <a:t>若不需要 Arena Model，可關閉右側開關，讓選單更單純。</a:t>
            </a:r>
          </a:p>
          <a:p xmlns:a="http://schemas.openxmlformats.org/drawingml/2006/main">
            <a:r>
              <a:t>來源：D:\螢幕擷取畫面 2026-09-14 183454.png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保留模型基本功能</a:t>
            </a:r>
          </a:p>
          <a:p xmlns:a="http://schemas.openxmlformats.org/drawingml/2006/main">
            <a:r>
              <a:t>初次使用可維持預設功能，再按「儲存並更新」。</a:t>
            </a:r>
          </a:p>
          <a:p xmlns:a="http://schemas.openxmlformats.org/drawingml/2006/main">
            <a:r>
              <a:t>來源：D:\螢幕擷取畫面 2026-09-14 183455.png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 gemma3:4b</a:t>
            </a:r>
          </a:p>
          <a:p xmlns:a="http://schemas.openxmlformats.org/drawingml/2006/main">
            <a:r>
              <a:t>回到對話首頁，從模型選單選 gemma3:4b。</a:t>
            </a:r>
          </a:p>
          <a:p xmlns:a="http://schemas.openxmlformats.org/drawingml/2006/main">
            <a:r>
              <a:t>來源：D:\螢幕擷取畫面 2026-09-14 183522.png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完成第一次本機對話</a:t>
            </a:r>
          </a:p>
          <a:p xmlns:a="http://schemas.openxmlformats.org/drawingml/2006/main">
            <a:r>
              <a:t>輸入簡單測試句並確認模型能回覆；語言風格可用系統提示詞再調整。</a:t>
            </a:r>
          </a:p>
          <a:p xmlns:a="http://schemas.openxmlformats.org/drawingml/2006/main">
            <a:r>
              <a:t>來源：D:\螢幕擷取畫面 2026-09-14 184259.png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總結本次實作成果，並銜接後續的提示詞、教材與知識庫單元。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a953b89b3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5271f0aee4c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c524b141343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383af5a394d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913fa0dbc47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b43514e3b49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7b03774cd44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0948953304279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b0620189b4856" /><Relationship Type="http://schemas.openxmlformats.org/officeDocument/2006/relationships/slideLayout" Target="/ppt/slideLayouts/slideLayout1.xml" Id="R3250047040704a1b" /><Relationship Type="http://schemas.openxmlformats.org/officeDocument/2006/relationships/slideLayout" Target="/ppt/slideLayouts/slideLayout2.xml" Id="R6246b2c7a2ea4388" /><Relationship Type="http://schemas.openxmlformats.org/officeDocument/2006/relationships/slideLayout" Target="/ppt/slideLayouts/slideLayout3.xml" Id="R94e98e852658452e" /><Relationship Type="http://schemas.openxmlformats.org/officeDocument/2006/relationships/slideLayout" Target="/ppt/slideLayouts/slideLayout4.xml" Id="Re17c339739734976" /><Relationship Type="http://schemas.openxmlformats.org/officeDocument/2006/relationships/slideLayout" Target="/ppt/slideLayouts/slideLayout5.xml" Id="R1b47924ec0234815" /><Relationship Type="http://schemas.openxmlformats.org/officeDocument/2006/relationships/slideLayout" Target="/ppt/slideLayouts/slideLayout6.xml" Id="R819b83ff047b4edc" /><Relationship Type="http://schemas.openxmlformats.org/officeDocument/2006/relationships/slideLayout" Target="/ppt/slideLayouts/slideLayout7.xml" Id="R6b5bf4f3c42e4b30" /><Relationship Type="http://schemas.openxmlformats.org/officeDocument/2006/relationships/slideLayout" Target="/ppt/slideLayouts/slideLayout8.xml" Id="R375711c817e54c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0047040704a1b"/>
    <p:sldLayoutId xmlns:r="http://schemas.openxmlformats.org/officeDocument/2006/relationships" id="2147483650" r:id="R6246b2c7a2ea4388"/>
    <p:sldLayoutId xmlns:r="http://schemas.openxmlformats.org/officeDocument/2006/relationships" id="2147483651" r:id="R94e98e852658452e"/>
    <p:sldLayoutId xmlns:r="http://schemas.openxmlformats.org/officeDocument/2006/relationships" id="2147483652" r:id="Re17c339739734976"/>
    <p:sldLayoutId xmlns:r="http://schemas.openxmlformats.org/officeDocument/2006/relationships" id="2147483653" r:id="R1b47924ec0234815"/>
    <p:sldLayoutId xmlns:r="http://schemas.openxmlformats.org/officeDocument/2006/relationships" id="2147483654" r:id="R819b83ff047b4edc"/>
    <p:sldLayoutId xmlns:r="http://schemas.openxmlformats.org/officeDocument/2006/relationships" id="2147483655" r:id="R6b5bf4f3c42e4b30"/>
    <p:sldLayoutId xmlns:r="http://schemas.openxmlformats.org/officeDocument/2006/relationships" id="2147483656" r:id="R375711c817e54c3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36a933d57234a3e" /><Relationship Type="http://schemas.openxmlformats.org/officeDocument/2006/relationships/notesSlide" Target="/ppt/notesSlides/notesSlide1.xml" Id="Ra0008327544547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c6e08b81124621" /><Relationship Type="http://schemas.openxmlformats.org/officeDocument/2006/relationships/notesSlide" Target="/ppt/notesSlides/notesSlide2.xml" Id="R3682b20ad3d542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bcdb25b3e9f48b3" /><Relationship Type="http://schemas.openxmlformats.org/officeDocument/2006/relationships/notesSlide" Target="/ppt/notesSlides/notesSlide3.xml" Id="R7356a9d0d93e48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b88b3f83c3744ad" /><Relationship Type="http://schemas.openxmlformats.org/officeDocument/2006/relationships/notesSlide" Target="/ppt/notesSlides/notesSlide4.xml" Id="R7f5832f798d640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9438da805ff49e7" /><Relationship Type="http://schemas.openxmlformats.org/officeDocument/2006/relationships/notesSlide" Target="/ppt/notesSlides/notesSlide5.xml" Id="Rdc8a0625c34d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093be5e545447f9" /><Relationship Type="http://schemas.openxmlformats.org/officeDocument/2006/relationships/notesSlide" Target="/ppt/notesSlides/notesSlide6.xml" Id="R193e209aa429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0a905e0f8554ae8" /><Relationship Type="http://schemas.openxmlformats.org/officeDocument/2006/relationships/image" Target="/ppt/media/image.png" Id="R8781f44b91224ae8" /><Relationship Type="http://schemas.openxmlformats.org/officeDocument/2006/relationships/notesSlide" Target="/ppt/notesSlides/notesSlide7.xml" Id="R2ca0ef8bae064f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79bbd419b8e45d2" /><Relationship Type="http://schemas.openxmlformats.org/officeDocument/2006/relationships/image" Target="/ppt/media/image2.png" Id="Rcad14611824e442a" /><Relationship Type="http://schemas.openxmlformats.org/officeDocument/2006/relationships/notesSlide" Target="/ppt/notesSlides/notesSlide8.xml" Id="R95ff9a3fd8ea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19a1861268542ba" /><Relationship Type="http://schemas.openxmlformats.org/officeDocument/2006/relationships/image" Target="/ppt/media/image3.png" Id="R5a1a6cfb47b14a11" /><Relationship Type="http://schemas.openxmlformats.org/officeDocument/2006/relationships/notesSlide" Target="/ppt/notesSlides/notesSlide9.xml" Id="Rf5472db621fd49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6f978c70cef46a3" /><Relationship Type="http://schemas.openxmlformats.org/officeDocument/2006/relationships/image" Target="/ppt/media/image4.png" Id="R31491a00a0294aea" /><Relationship Type="http://schemas.openxmlformats.org/officeDocument/2006/relationships/notesSlide" Target="/ppt/notesSlides/notesSlide10.xml" Id="R60f68b02d27e4a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337922e0f1c4758" /><Relationship Type="http://schemas.openxmlformats.org/officeDocument/2006/relationships/image" Target="/ppt/media/image5.png" Id="R2dccc411214543f3" /><Relationship Type="http://schemas.openxmlformats.org/officeDocument/2006/relationships/notesSlide" Target="/ppt/notesSlides/notesSlide11.xml" Id="Rdd649fcb52cc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3ccdcbac0249d5" /><Relationship Type="http://schemas.openxmlformats.org/officeDocument/2006/relationships/image" Target="/ppt/media/image6.png" Id="R6c771e2bc4614ec9" /><Relationship Type="http://schemas.openxmlformats.org/officeDocument/2006/relationships/notesSlide" Target="/ppt/notesSlides/notesSlide12.xml" Id="R4ceb5d1408b641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7c21ee6265b409b" /><Relationship Type="http://schemas.openxmlformats.org/officeDocument/2006/relationships/image" Target="/ppt/media/image7.png" Id="Rac49044343694877" /><Relationship Type="http://schemas.openxmlformats.org/officeDocument/2006/relationships/notesSlide" Target="/ppt/notesSlides/notesSlide13.xml" Id="R44f2db7f740d45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eae47f35a3941a3" /><Relationship Type="http://schemas.openxmlformats.org/officeDocument/2006/relationships/image" Target="/ppt/media/image8.png" Id="Rec36a947e91148fc" /><Relationship Type="http://schemas.openxmlformats.org/officeDocument/2006/relationships/notesSlide" Target="/ppt/notesSlides/notesSlide14.xml" Id="Rb8709d5c207148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ea23e080a0944a5" /><Relationship Type="http://schemas.openxmlformats.org/officeDocument/2006/relationships/image" Target="/ppt/media/image9.png" Id="R95c7d7155b9a41e5" /><Relationship Type="http://schemas.openxmlformats.org/officeDocument/2006/relationships/notesSlide" Target="/ppt/notesSlides/notesSlide15.xml" Id="R79900aeca2a74a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f3a385176c414a" /><Relationship Type="http://schemas.openxmlformats.org/officeDocument/2006/relationships/image" Target="/ppt/media/image10.png" Id="Ref434b532138465e" /><Relationship Type="http://schemas.openxmlformats.org/officeDocument/2006/relationships/notesSlide" Target="/ppt/notesSlides/notesSlide16.xml" Id="R0ba068fa70c646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9db5e388654bf7" /><Relationship Type="http://schemas.openxmlformats.org/officeDocument/2006/relationships/image" Target="/ppt/media/image11.png" Id="R29e5132bc34f406c" /><Relationship Type="http://schemas.openxmlformats.org/officeDocument/2006/relationships/notesSlide" Target="/ppt/notesSlides/notesSlide17.xml" Id="R3d276a33050646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9a3564a6b245c2" /><Relationship Type="http://schemas.openxmlformats.org/officeDocument/2006/relationships/image" Target="/ppt/media/image12.png" Id="Rae8e387fd0b84d76" /><Relationship Type="http://schemas.openxmlformats.org/officeDocument/2006/relationships/notesSlide" Target="/ppt/notesSlides/notesSlide18.xml" Id="R947b75e982a643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d78bf93995f42c6" /><Relationship Type="http://schemas.openxmlformats.org/officeDocument/2006/relationships/image" Target="/ppt/media/image13.png" Id="Rd69824487f4449aa" /><Relationship Type="http://schemas.openxmlformats.org/officeDocument/2006/relationships/notesSlide" Target="/ppt/notesSlides/notesSlide19.xml" Id="Rfb9bd42c988946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ede770df1944a7" /><Relationship Type="http://schemas.openxmlformats.org/officeDocument/2006/relationships/image" Target="/ppt/media/image14.png" Id="R18fbc4fce2504f5a" /><Relationship Type="http://schemas.openxmlformats.org/officeDocument/2006/relationships/notesSlide" Target="/ppt/notesSlides/notesSlide20.xml" Id="R9615b6db4c0241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8d988d6df0b4efd" /><Relationship Type="http://schemas.openxmlformats.org/officeDocument/2006/relationships/image" Target="/ppt/media/image15.png" Id="Red0442ff26674594" /><Relationship Type="http://schemas.openxmlformats.org/officeDocument/2006/relationships/notesSlide" Target="/ppt/notesSlides/notesSlide21.xml" Id="R5a4c4c021b6946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ebe9c56f10a4cbf" /><Relationship Type="http://schemas.openxmlformats.org/officeDocument/2006/relationships/image" Target="/ppt/media/image16.png" Id="Rac5472ec2f4146a4" /><Relationship Type="http://schemas.openxmlformats.org/officeDocument/2006/relationships/notesSlide" Target="/ppt/notesSlides/notesSlide22.xml" Id="R00be35ee312141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f588435b5914f94" /><Relationship Type="http://schemas.openxmlformats.org/officeDocument/2006/relationships/image" Target="/ppt/media/image17.png" Id="R1575a1ecdc0c4165" /><Relationship Type="http://schemas.openxmlformats.org/officeDocument/2006/relationships/notesSlide" Target="/ppt/notesSlides/notesSlide23.xml" Id="R44cd950163954f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4c150aabb524dc5" /><Relationship Type="http://schemas.openxmlformats.org/officeDocument/2006/relationships/image" Target="/ppt/media/image18.png" Id="Rc259af8ed83b4018" /><Relationship Type="http://schemas.openxmlformats.org/officeDocument/2006/relationships/notesSlide" Target="/ppt/notesSlides/notesSlide24.xml" Id="Rc7c3d35379f249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864c0d11714a0f" /><Relationship Type="http://schemas.openxmlformats.org/officeDocument/2006/relationships/image" Target="/ppt/media/image19.png" Id="R278841802ea341bc" /><Relationship Type="http://schemas.openxmlformats.org/officeDocument/2006/relationships/notesSlide" Target="/ppt/notesSlides/notesSlide25.xml" Id="Rb95b803496c748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c97cc5567f45b2" /><Relationship Type="http://schemas.openxmlformats.org/officeDocument/2006/relationships/image" Target="/ppt/media/image20.png" Id="Reb72d51ca0ab4c3b" /><Relationship Type="http://schemas.openxmlformats.org/officeDocument/2006/relationships/notesSlide" Target="/ppt/notesSlides/notesSlide26.xml" Id="R40693117437c4a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dae7968ba024355" /><Relationship Type="http://schemas.openxmlformats.org/officeDocument/2006/relationships/image" Target="/ppt/media/image21.png" Id="R5e8279068b6e4340" /><Relationship Type="http://schemas.openxmlformats.org/officeDocument/2006/relationships/notesSlide" Target="/ppt/notesSlides/notesSlide27.xml" Id="R48324b2bb9ff43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e4de8ac6aa4b4b" /><Relationship Type="http://schemas.openxmlformats.org/officeDocument/2006/relationships/image" Target="/ppt/media/image22.png" Id="R68e2efcf0ae7467c" /><Relationship Type="http://schemas.openxmlformats.org/officeDocument/2006/relationships/notesSlide" Target="/ppt/notesSlides/notesSlide28.xml" Id="Rf8f65551ac7141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3bfec3c1d024d66" /><Relationship Type="http://schemas.openxmlformats.org/officeDocument/2006/relationships/image" Target="/ppt/media/image23.png" Id="R3f49f4d2ebb3479d" /><Relationship Type="http://schemas.openxmlformats.org/officeDocument/2006/relationships/notesSlide" Target="/ppt/notesSlides/notesSlide29.xml" Id="R80544fe1cb774d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53bedb120b4336" /><Relationship Type="http://schemas.openxmlformats.org/officeDocument/2006/relationships/image" Target="/ppt/media/image24.png" Id="R413b54e64b0e4158" /><Relationship Type="http://schemas.openxmlformats.org/officeDocument/2006/relationships/notesSlide" Target="/ppt/notesSlides/notesSlide30.xml" Id="R392ffa72b5c146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643d6c2331c4e3a" /><Relationship Type="http://schemas.openxmlformats.org/officeDocument/2006/relationships/image" Target="/ppt/media/image25.png" Id="Re8156079463740a3" /><Relationship Type="http://schemas.openxmlformats.org/officeDocument/2006/relationships/notesSlide" Target="/ppt/notesSlides/notesSlide31.xml" Id="R8ba5a6a9d23f49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bd27a295e747b7" /><Relationship Type="http://schemas.openxmlformats.org/officeDocument/2006/relationships/image" Target="/ppt/media/image26.png" Id="R2230204263a64ce2" /><Relationship Type="http://schemas.openxmlformats.org/officeDocument/2006/relationships/notesSlide" Target="/ppt/notesSlides/notesSlide32.xml" Id="Rd5d6691355ca40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1c6e6094e80470f" /><Relationship Type="http://schemas.openxmlformats.org/officeDocument/2006/relationships/image" Target="/ppt/media/image27.png" Id="R6b8073630c624dc9" /><Relationship Type="http://schemas.openxmlformats.org/officeDocument/2006/relationships/notesSlide" Target="/ppt/notesSlides/notesSlide33.xml" Id="Ra6f4fa9276f34f5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6ef4be6af1444f1" /><Relationship Type="http://schemas.openxmlformats.org/officeDocument/2006/relationships/image" Target="/ppt/media/image28.png" Id="R807ef1e1ec9d4582" /><Relationship Type="http://schemas.openxmlformats.org/officeDocument/2006/relationships/notesSlide" Target="/ppt/notesSlides/notesSlide34.xml" Id="R92306de0b5ea4b7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bba227b306472a" /><Relationship Type="http://schemas.openxmlformats.org/officeDocument/2006/relationships/image" Target="/ppt/media/image29.png" Id="Ra2e5b386a7094de3" /><Relationship Type="http://schemas.openxmlformats.org/officeDocument/2006/relationships/notesSlide" Target="/ppt/notesSlides/notesSlide35.xml" Id="R083fc899f84b4a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efd6e920be4888" /><Relationship Type="http://schemas.openxmlformats.org/officeDocument/2006/relationships/image" Target="/ppt/media/image30.png" Id="R6e750d03b4fb4f28" /><Relationship Type="http://schemas.openxmlformats.org/officeDocument/2006/relationships/notesSlide" Target="/ppt/notesSlides/notesSlide36.xml" Id="R3bb1c98960c44f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57d9e661f14096" /><Relationship Type="http://schemas.openxmlformats.org/officeDocument/2006/relationships/image" Target="/ppt/media/image31.png" Id="Reb0631778e0f4cfb" /><Relationship Type="http://schemas.openxmlformats.org/officeDocument/2006/relationships/notesSlide" Target="/ppt/notesSlides/notesSlide37.xml" Id="R9bc7fb1e1c1e4ae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1b986b3ebc4912" /><Relationship Type="http://schemas.openxmlformats.org/officeDocument/2006/relationships/image" Target="/ppt/media/image32.png" Id="Rb8e2c64dcb084433" /><Relationship Type="http://schemas.openxmlformats.org/officeDocument/2006/relationships/notesSlide" Target="/ppt/notesSlides/notesSlide38.xml" Id="Re0f0034646d3472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43180f268784d02" /><Relationship Type="http://schemas.openxmlformats.org/officeDocument/2006/relationships/image" Target="/ppt/media/image33.png" Id="R54e60c6462824289" /><Relationship Type="http://schemas.openxmlformats.org/officeDocument/2006/relationships/notesSlide" Target="/ppt/notesSlides/notesSlide39.xml" Id="Re7ca9992baaf482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a2bbfe362314bdd" /><Relationship Type="http://schemas.openxmlformats.org/officeDocument/2006/relationships/image" Target="/ppt/media/image34.png" Id="Rdff3d9b83e7748ff" /><Relationship Type="http://schemas.openxmlformats.org/officeDocument/2006/relationships/notesSlide" Target="/ppt/notesSlides/notesSlide40.xml" Id="R0f0c843f86af409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d76d29abc0a4c6c" /><Relationship Type="http://schemas.openxmlformats.org/officeDocument/2006/relationships/image" Target="/ppt/media/image35.png" Id="R5eb872cf53164c2c" /><Relationship Type="http://schemas.openxmlformats.org/officeDocument/2006/relationships/notesSlide" Target="/ppt/notesSlides/notesSlide41.xml" Id="R482c299de8b5430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32051751e9548c7" /><Relationship Type="http://schemas.openxmlformats.org/officeDocument/2006/relationships/image" Target="/ppt/media/image36.png" Id="Rfbc44038ff9a4241" /><Relationship Type="http://schemas.openxmlformats.org/officeDocument/2006/relationships/notesSlide" Target="/ppt/notesSlides/notesSlide42.xml" Id="R7d696a77a8f644e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a40581301d8482e" /><Relationship Type="http://schemas.openxmlformats.org/officeDocument/2006/relationships/image" Target="/ppt/media/image37.png" Id="Rcefda3a5f602422a" /><Relationship Type="http://schemas.openxmlformats.org/officeDocument/2006/relationships/notesSlide" Target="/ppt/notesSlides/notesSlide43.xml" Id="R52f51e19e0b245f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c127e2e66ca44e8" /><Relationship Type="http://schemas.openxmlformats.org/officeDocument/2006/relationships/image" Target="/ppt/media/image38.png" Id="R5f33d478808d451f" /><Relationship Type="http://schemas.openxmlformats.org/officeDocument/2006/relationships/notesSlide" Target="/ppt/notesSlides/notesSlide44.xml" Id="R5463a3bfa5b140d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1988e0963e49d1" /><Relationship Type="http://schemas.openxmlformats.org/officeDocument/2006/relationships/image" Target="/ppt/media/image39.png" Id="Rb8b19353c83e47cb" /><Relationship Type="http://schemas.openxmlformats.org/officeDocument/2006/relationships/notesSlide" Target="/ppt/notesSlides/notesSlide45.xml" Id="Re3e4e5e7bbb3466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27e3884a9a645e1" /><Relationship Type="http://schemas.openxmlformats.org/officeDocument/2006/relationships/image" Target="/ppt/media/image40.png" Id="R90852431f3754838" /><Relationship Type="http://schemas.openxmlformats.org/officeDocument/2006/relationships/notesSlide" Target="/ppt/notesSlides/notesSlide46.xml" Id="Ra05891fb3c14408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5506441f3c9485e" /><Relationship Type="http://schemas.openxmlformats.org/officeDocument/2006/relationships/image" Target="/ppt/media/image41.png" Id="Rdab852b6ca014bd3" /><Relationship Type="http://schemas.openxmlformats.org/officeDocument/2006/relationships/notesSlide" Target="/ppt/notesSlides/notesSlide47.xml" Id="Rfe1164c282ed4db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a1538eb17284322" /><Relationship Type="http://schemas.openxmlformats.org/officeDocument/2006/relationships/image" Target="/ppt/media/image42.png" Id="R9a4319167b674036" /><Relationship Type="http://schemas.openxmlformats.org/officeDocument/2006/relationships/notesSlide" Target="/ppt/notesSlides/notesSlide48.xml" Id="R301809a18a694df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4e19a4a63184df9" /><Relationship Type="http://schemas.openxmlformats.org/officeDocument/2006/relationships/image" Target="/ppt/media/image43.png" Id="R599c99687aed4fe7" /><Relationship Type="http://schemas.openxmlformats.org/officeDocument/2006/relationships/notesSlide" Target="/ppt/notesSlides/notesSlide49.xml" Id="R0e346faf4883422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74c1f45b2854c48" /><Relationship Type="http://schemas.openxmlformats.org/officeDocument/2006/relationships/image" Target="/ppt/media/image44.png" Id="R73b9810846384f3e" /><Relationship Type="http://schemas.openxmlformats.org/officeDocument/2006/relationships/notesSlide" Target="/ppt/notesSlides/notesSlide50.xml" Id="R57a35d6ba03146c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33b15a193214298" /><Relationship Type="http://schemas.openxmlformats.org/officeDocument/2006/relationships/image" Target="/ppt/media/image45.png" Id="Rd29db87cc2694b38" /><Relationship Type="http://schemas.openxmlformats.org/officeDocument/2006/relationships/notesSlide" Target="/ppt/notesSlides/notesSlide51.xml" Id="R468c143a2cb54cc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5d07954d6b24b22" /><Relationship Type="http://schemas.openxmlformats.org/officeDocument/2006/relationships/image" Target="/ppt/media/image46.png" Id="R15d9f91f857441e8" /><Relationship Type="http://schemas.openxmlformats.org/officeDocument/2006/relationships/notesSlide" Target="/ppt/notesSlides/notesSlide52.xml" Id="R4f4452045ff3472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6437b57e1b94b5f" /><Relationship Type="http://schemas.openxmlformats.org/officeDocument/2006/relationships/image" Target="/ppt/media/image47.png" Id="Rbc58e9aff6504e1c" /><Relationship Type="http://schemas.openxmlformats.org/officeDocument/2006/relationships/notesSlide" Target="/ppt/notesSlides/notesSlide53.xml" Id="Rf73390da0728444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24d1e6e654a4266" /><Relationship Type="http://schemas.openxmlformats.org/officeDocument/2006/relationships/image" Target="/ppt/media/image48.png" Id="R1dc85b8aff9a4650" /><Relationship Type="http://schemas.openxmlformats.org/officeDocument/2006/relationships/notesSlide" Target="/ppt/notesSlides/notesSlide54.xml" Id="R6bd7e4f46669414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986723c668743d0" /><Relationship Type="http://schemas.openxmlformats.org/officeDocument/2006/relationships/image" Target="/ppt/media/image49.png" Id="R31b2f1dcb8154813" /><Relationship Type="http://schemas.openxmlformats.org/officeDocument/2006/relationships/notesSlide" Target="/ppt/notesSlides/notesSlide55.xml" Id="R1ca471d7bf04472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00217a9d5604107" /><Relationship Type="http://schemas.openxmlformats.org/officeDocument/2006/relationships/notesSlide" Target="/ppt/notesSlides/notesSlide56.xml" Id="R3c8b26bdbc9146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42CD9-02D1-4C3A-9D5E-E00B9B7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22135-E46F-4D8A-8B79-8A5A2DB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地端 AI 建置實作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02A26-66C2-453C-B3D4-9111217E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從環境檢查，到 gemma3:4b 的第一段本機對話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B8CDE-0870-490B-AD51-FEB0D18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4D98E-4190-4EE6-8028-F911E52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在自己的電腦上</a:t>
            </a:r>
          </a:p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啟動一套可對話的地端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D9934-6FB5-490E-8180-6EB2F738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完成後，瀏覽器會連到 Open WebUI，並由本機的 gemma3:4b 產生回覆。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5AA86-8414-4C35-A758-A698315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所有服務都在這台電腦上運作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7E8E6-6160-4DBA-A6DB-CE063AB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71A14-25E2-4711-8E78-B7323A7B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4CEFE-B84D-4B6B-A400-0EDAE3C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五個階段，走到第一段回覆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F949B-1FEE-4166-A95D-EB3F7625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每一張截圖只處理一個動作，依序完成即可。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24D46-92CE-4899-BFC8-9A45859D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F8BF-537A-4DAE-B946-D631BB5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9F07C-0487-4514-92CD-9702BFC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GitHub → ZIP → 解壓縮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A4BC3-8DB6-4DBF-A519-22098EF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BB8DF-BCB5-4B19-9A62-E3BA0C53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檢查環境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70B11-4475-4036-BDB6-0B7DBF46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Windows、WSL、虛擬化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20874-6C56-401B-97B4-3142D66F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02A37-12C5-4F2A-A998-33076C85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55305-B2B9-4CB7-B7FC-7D8A61FE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下載、安裝、啟動引擎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96F08-CBF7-4BFC-AD1E-A465BFCA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9CA0B-43B2-48CA-9100-A073054B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05134-517C-4289-8B18-97CAC728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D0F2F-BBEE-48A6-88A7-D017BF9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816A9-8B4A-4F78-BFFA-ED975075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3DBC1-4E8E-473E-A364-B9103CD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gemma3:4b → 第一次對話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B1FD8-7D1A-48A3-9856-58878083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47EFF-489B-4E32-ABC8-14307F9B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26362-159B-44BA-BA1C-295144A4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投影時的閱讀方式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745F3-207A-4CBE-993A-CEE5ED3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一張截圖，只講一個動作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FE2AB-910E-4358-AD37-004F343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先找畫面中的位置，再執行動作，最後核對結果。</a:t>
            </a:r>
          </a:p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畫面不一樣時先停下來，不要連續點選。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B4247-ABCE-4E06-BF8E-378FD35D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5B685-FD9B-490F-9BCC-081D511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4926-7F0D-44A1-BDF0-554019D2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做動作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C3A55-C520-4CB8-A2F7-E9543CC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03572-690B-4878-997D-90AC2855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73C20-1FD5-4DD7-B953-AE048B3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A3DAE-9401-472E-8A1B-058D192C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4C23-5ADB-4DB5-9E84-D46848D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BD849-321C-4EA0-BEA9-7F0DAF7F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8BB53-E182-49F9-9633-57E7CD5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電腦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穩定網路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至少 50 GB 可用磁碟空間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可在需要時輸入系統管理員密碼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EEEA-A192-4336-B8CA-06DACFC6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2DB2D-9B8B-48F0-BAD9-10D957C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第一次下載會比較久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終端機執行時不要關閉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錯誤畫面先截圖再處理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完成一頁，再進到下一頁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44F5A-EC00-45FB-B1E2-4E6809A1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67483-C732-4A9B-9A71-63F40E6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A9FEE-A0B7-4858-995F-4D1E513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今天的完成標準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92C2-ECCC-4818-8F8C-31D2F9B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做到這三件事，就完成本次實作。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CA993-64DB-447A-B24A-F01308C5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DC826-C8FA-4B0C-AEDA-F15BFF76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Docker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0FB49-A063-412B-98BD-92C98E43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狀態顯示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3284F-673A-4321-A492-F5D8E45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33FB5-06A3-4AB6-B705-F24BE51C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0023D-4475-4CF3-B75A-45B72C64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服務成功啟動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1F844-13EB-488E-B352-1E1B626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E25D0-0849-45D1-8ECA-0BAAE65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gemma3:4b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38892-D7FB-4DFB-AFCF-7F00815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能產生第一段回覆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2095E-B708-4F6B-AA58-EDF84CF8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395FA-F763-4815-BF8C-C6D98A6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4B1C3-D7E2-4DAA-9650-5F66BC0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CBB83-C5D9-4495-8EF7-A5FD531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01/49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1f44b91224ae8"/>
          <a:stretch xmlns:a="http://schemas.openxmlformats.org/drawingml/2006/main"/>
        </p:blipFill>
        <p:spPr>
          <a:xfrm xmlns:a="http://schemas.openxmlformats.org/drawingml/2006/main">
            <a:off x="2945628" y="952500"/>
            <a:ext cx="63007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286ED-0601-4C41-AA51-89DBADC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GitHub 專案頁確認儲存庫名稱與課程單元。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DE93F-6FE7-4E9A-AE7B-EDA75DCF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4677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4558D-1631-4C04-BB9A-E03445E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ZIP 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DDA03-8947-42DB-BC84-692F774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02/49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14611824e442a"/>
          <a:stretch xmlns:a="http://schemas.openxmlformats.org/drawingml/2006/main"/>
        </p:blipFill>
        <p:spPr>
          <a:xfrm xmlns:a="http://schemas.openxmlformats.org/drawingml/2006/main">
            <a:off x="2834800" y="952500"/>
            <a:ext cx="652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340D0-5F3B-403D-9ACB-3BD9D2F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 Code，選 Download ZIP，將完整教材下載到電腦。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C9D0C-AD82-4FE3-8465-C0D748E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4256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C2C12-AA0B-4DFE-9D52-8CF293EF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找到教材壓縮檔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A20F7-ECC3-474C-93C7-A644FA0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3767B-0478-41A8-B0AD-29DCF82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在下載資料夾選取 project-delivery_3LM-main.zip。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a6cfb47b14a11"/>
          <a:stretch xmlns:a="http://schemas.openxmlformats.org/drawingml/2006/main"/>
        </p:blipFill>
        <p:spPr>
          <a:xfrm xmlns:a="http://schemas.openxmlformats.org/drawingml/2006/main">
            <a:off x="662096" y="1866900"/>
            <a:ext cx="1086780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57CAF-5F92-4F61-BB3D-96FBABE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0789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4E6A7-5F80-4730-BF88-B53992CE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顯示完整右鍵選單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0B3B3-6A3D-43E1-ACA7-E2C7566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04/49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91a00a0294aea"/>
          <a:stretch xmlns:a="http://schemas.openxmlformats.org/drawingml/2006/main"/>
        </p:blipFill>
        <p:spPr>
          <a:xfrm xmlns:a="http://schemas.openxmlformats.org/drawingml/2006/main">
            <a:off x="1993446" y="952500"/>
            <a:ext cx="820510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1C770-CC32-400E-9BCD-33C78B8A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先選「顯示其他選項」，才能看到 7-Zip。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9D7B9-508E-402F-ACDE-E3FE1329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3506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0B2C-C085-4932-A4C3-E30584F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7-Zip 解壓縮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1E38F-3814-45D2-8FF9-9A5B6B8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05/49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cc411214543f3"/>
          <a:stretch xmlns:a="http://schemas.openxmlformats.org/drawingml/2006/main"/>
        </p:blipFill>
        <p:spPr>
          <a:xfrm xmlns:a="http://schemas.openxmlformats.org/drawingml/2006/main">
            <a:off x="1637607" y="952500"/>
            <a:ext cx="891678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4AF35-FAC8-40AF-80B5-A4D76D10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依序選 7-Zip → 解壓縮至此。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9543-E778-4AE4-986C-D546FD4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8742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620F2-E7DE-4DC8-8C7B-D7985C83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確認資料夾已建立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D1AC-8695-4B35-9DA3-195D51F7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06/49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2B11E-EECF-49D5-8433-622C49F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ZIP 旁出現同名資料夾，代表解壓縮完成。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71e2bc4614ec9"/>
          <a:stretch xmlns:a="http://schemas.openxmlformats.org/drawingml/2006/main"/>
        </p:blipFill>
        <p:spPr>
          <a:xfrm xmlns:a="http://schemas.openxmlformats.org/drawingml/2006/main">
            <a:off x="457200" y="2388991"/>
            <a:ext cx="11277600" cy="23848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4646D-F0A3-4700-BFF3-8C6989E9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75186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D7A65-1F29-4C40-B332-5BFF032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進入教材主資料夾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970F7-06FC-48A2-8848-F9A522C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07/49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9044343694877"/>
          <a:stretch xmlns:a="http://schemas.openxmlformats.org/drawingml/2006/main"/>
        </p:blipFill>
        <p:spPr>
          <a:xfrm xmlns:a="http://schemas.openxmlformats.org/drawingml/2006/main">
            <a:off x="2396923" y="952500"/>
            <a:ext cx="739815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F5EFC-66E7-4D98-BDA2-5CE086C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依單元編號操作；先從「00-課前硬體與環境檢查」開始。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F9711-AD58-4F74-A245-24BCB73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20084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5ECAD-7686-41DE-BBF3-3E28B87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執行環境檢查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C398E-5AFB-4BEF-8B73-CFBCADE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08/49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6a947e91148fc"/>
          <a:stretch xmlns:a="http://schemas.openxmlformats.org/drawingml/2006/main"/>
        </p:blipFill>
        <p:spPr>
          <a:xfrm xmlns:a="http://schemas.openxmlformats.org/drawingml/2006/main">
            <a:off x="457200" y="1013245"/>
            <a:ext cx="11277600" cy="47362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60FCB-0F1A-4A88-B233-D49DFF70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00 單元中按兩下 00_check-environment。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80664-8B1E-4830-8B46-F1E339C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231008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71AFC-A494-4662-92F7-D9841FF2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允許安全性警告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E5C99-8236-4A5F-BDF3-BF517A6D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09/49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7d7155b9a41e5"/>
          <a:stretch xmlns:a="http://schemas.openxmlformats.org/drawingml/2006/main"/>
        </p:blipFill>
        <p:spPr>
          <a:xfrm xmlns:a="http://schemas.openxmlformats.org/drawingml/2006/main">
            <a:off x="2349131" y="952500"/>
            <a:ext cx="749373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BDDB4-1867-4151-A701-EAFFE5E7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確認檔案來自課程教材後，按「執行」。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29E0-507B-41E0-9D86-C2F191F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0177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7434C-88F1-4096-88A1-36856B8C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環境檢查啟動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64117-8FB6-44E7-826D-9F5568B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10/49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34b532138465e"/>
          <a:stretch xmlns:a="http://schemas.openxmlformats.org/drawingml/2006/main"/>
        </p:blipFill>
        <p:spPr>
          <a:xfrm xmlns:a="http://schemas.openxmlformats.org/drawingml/2006/main">
            <a:off x="1443869" y="952500"/>
            <a:ext cx="930426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4AA57-F552-4719-B5F6-3FDFBDA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黑色視窗出現後先等待，不要關閉。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7F59A-1500-4310-833A-E268A8C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419840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CA02A-43ED-4E19-A886-F967BE1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讀懂第一次檢查結果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B7D5E-3421-4460-B095-7A815AAF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11/49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132bc34f406c"/>
          <a:stretch xmlns:a="http://schemas.openxmlformats.org/drawingml/2006/main"/>
        </p:blipFill>
        <p:spPr>
          <a:xfrm xmlns:a="http://schemas.openxmlformats.org/drawingml/2006/main">
            <a:off x="767499" y="952500"/>
            <a:ext cx="1065700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118BE-0263-468A-B8AA-3D7FEE3F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綠色 PASS 表示符合；Docker 尚未安裝或執行是此階段的正常狀態。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60468-1348-4829-94AD-C33F5D2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257354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D7EE-0734-4587-B696-2F986052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Docker 官方安裝頁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BA5F7-4FC3-4D08-BAE8-46DF1B38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12/49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e387fd0b84d76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D48A0-06B2-4FB6-9938-84AF311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使用 Docker 官方文件的 Windows 安裝頁。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B0BB2-554C-40CF-BF8B-7DF3952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77931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5B191-AB22-465D-85ED-A952A781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Windows x86_64 安裝程式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6E198-4A81-4807-A239-77896E7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13/49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824487f4449aa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56435-2E19-409C-9D75-2F19C3C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Intel／AMD 一般 Windows 筆電選 x86_64。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8DDD7-F0B6-4438-BEAD-68F4BCB0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98220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808E-5BD9-4C51-9C31-9FED637E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關閉安裝文件分頁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C5D24-A021-427D-ADCE-B94DB33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9E63E-04A8-4D01-9224-DB84972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下載已開始後，可關閉文件分頁並查看進度。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c4fce2504f5a"/>
          <a:stretch xmlns:a="http://schemas.openxmlformats.org/drawingml/2006/main"/>
        </p:blipFill>
        <p:spPr>
          <a:xfrm xmlns:a="http://schemas.openxmlformats.org/drawingml/2006/main">
            <a:off x="457200" y="2385832"/>
            <a:ext cx="11277600" cy="23911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7E062-7E97-4A78-8F75-2406F8C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848591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4B4EE-8D05-475C-9E1A-BDE608C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等待安裝程式下載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7B127-A15E-43A3-B8AB-30FD3962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15/49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442ff26674594"/>
          <a:stretch xmlns:a="http://schemas.openxmlformats.org/drawingml/2006/main"/>
        </p:blipFill>
        <p:spPr>
          <a:xfrm xmlns:a="http://schemas.openxmlformats.org/drawingml/2006/main">
            <a:off x="495300" y="1089523"/>
            <a:ext cx="5143500" cy="49551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3660B-AA9B-46FC-A4E1-4D766DB8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29F12-382A-4946-BF48-42EB045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檔案約 577 MB；等待下載列顯示完成。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E906-D93D-485D-B42D-0385B201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5A4C6-7644-4209-ABDD-CC8C792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621927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10054-354D-4E99-A645-2CDB08A3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D27F9-E061-485F-B1CF-1564F1E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16/49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472ec2f4146a4"/>
          <a:stretch xmlns:a="http://schemas.openxmlformats.org/drawingml/2006/main"/>
        </p:blipFill>
        <p:spPr>
          <a:xfrm xmlns:a="http://schemas.openxmlformats.org/drawingml/2006/main">
            <a:off x="495300" y="1211736"/>
            <a:ext cx="5143500" cy="4710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80823-7DA9-4CB8-BBB3-A653ABB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1B833-0A2A-4287-8025-B2EBF46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下載完成後按資料夾圖示，開啟安裝程式所在位置。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2DAA5-DAAA-496E-A980-8D547F72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631D5-F646-4FBE-8F62-5DEB37AF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55319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C3C38-7795-4F60-9126-3BFCE108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 Installer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74679-3357-4CA9-929E-147DE8F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17/49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73C2C-8C3F-414D-953C-07B9360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在下載資料夾按兩下 Docker Desktop Installer。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5a1ecdc0c4165"/>
          <a:stretch xmlns:a="http://schemas.openxmlformats.org/drawingml/2006/main"/>
        </p:blipFill>
        <p:spPr>
          <a:xfrm xmlns:a="http://schemas.openxmlformats.org/drawingml/2006/main">
            <a:off x="457200" y="1927230"/>
            <a:ext cx="11277600" cy="33083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869BE-8E17-4378-9CCD-4E1086E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7245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AA8AF-2B6F-42A7-9F95-C012FCC5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選擇每位使用者安裝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929F-F888-430F-B942-9F6A60A2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18/49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9af8ed83b4018"/>
          <a:stretch xmlns:a="http://schemas.openxmlformats.org/drawingml/2006/main"/>
        </p:blipFill>
        <p:spPr>
          <a:xfrm xmlns:a="http://schemas.openxmlformats.org/drawingml/2006/main">
            <a:off x="2742553" y="952500"/>
            <a:ext cx="670689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4634E-E9E5-45EC-AFA6-F9D29757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保留建議的 Per-user installation，按 OK。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6D5E3-1A1D-42A7-8DD3-DD0596F8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724200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85DBC-B3A9-497A-95FA-8E73895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等待解壓縮與安裝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00187-FF15-4648-B2CE-A295869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19/49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41802ea341bc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B5FE-469F-45F8-8035-CDEBD861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安裝過程不要關閉視窗。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71CD6-7F4A-4556-AC95-39D5A67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828744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8DF4-B163-40D4-B87A-345963D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Docker Desktop 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86BB7-04C0-497C-B312-8D375AC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20/49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2d51ca0ab4c3b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14E92-5389-4360-95E9-17BEF77F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Installation succeeded 後按 Close。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52FDE-9E53-4BD1-AB0A-B93ADC2C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868452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C7000-ED1C-431F-AE9C-1FD919AC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6791B-65D9-47CB-8790-553A3158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21/49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279068b6e4340"/>
          <a:stretch xmlns:a="http://schemas.openxmlformats.org/drawingml/2006/main"/>
        </p:blipFill>
        <p:spPr>
          <a:xfrm xmlns:a="http://schemas.openxmlformats.org/drawingml/2006/main">
            <a:off x="1607724" y="1066800"/>
            <a:ext cx="2918653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721A4-FD6C-448E-A696-E16CF80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9F5DE-00EC-4ED2-97B8-7DE1F88C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可從桌面捷徑或開始功能表開啟。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FDF20-AE15-4E20-9A4C-F1333B1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9CFEC-6EF5-415D-86A7-D6E1B30A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060943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AEFE7-D655-42B9-81F9-F0C774C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接受服務條款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8706F-DAC9-4670-B8FE-6D9D079D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22/49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2efcf0ae7467c"/>
          <a:stretch xmlns:a="http://schemas.openxmlformats.org/drawingml/2006/main"/>
        </p:blipFill>
        <p:spPr>
          <a:xfrm xmlns:a="http://schemas.openxmlformats.org/drawingml/2006/main">
            <a:off x="2214449" y="952500"/>
            <a:ext cx="77631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1DCA6-B2DF-409B-890B-0E1E661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閱讀條款後按 Accept；大型企業商用可能需要付費方案。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61456-D516-4B5D-B205-72036FC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821509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2D8E3-E661-442E-BA70-48E4B3D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略過登入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EB598-D0BC-4E4C-82C4-4D90180B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23/49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f4d2ebb3479d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979AA-46D8-4B24-93E3-CF457D5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本課以本機操作為主，可先按 Skip。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6E82E-FEE8-4718-B2DA-D73C3E0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81740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81383-C56A-4F59-9B4E-F955BCA4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Engine 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E1C33-9DFF-4473-8563-28A7953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24/49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b54e64b0e4158"/>
          <a:stretch xmlns:a="http://schemas.openxmlformats.org/drawingml/2006/main"/>
        </p:blipFill>
        <p:spPr>
          <a:xfrm xmlns:a="http://schemas.openxmlformats.org/drawingml/2006/main">
            <a:off x="1903225" y="952500"/>
            <a:ext cx="83855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3BF13-DC9D-40E4-8BCD-123F483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左下角顯示 Engine running，表示 Docker Desktop 已準備完成。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E0ECC-D50C-438D-A617-4900D699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0465389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2ADCA-61D4-4563-9ADF-2952DD4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辨識虛擬化錯誤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811B4-4762-43E4-A666-C5905FA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25/49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56079463740a3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74D3C-746B-418F-9A65-EF3360B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Virtualization support not detected 時，先停止後續操作並修復虛擬化環境。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35FC5-E1F9-4EB3-A3C3-68116C6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143234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D6012-9A26-47F8-95A9-71712AC1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Desktop 已停止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5BD40-C151-4043-9978-EED923A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26/49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0204263a64ce2"/>
          <a:stretch xmlns:a="http://schemas.openxmlformats.org/drawingml/2006/main"/>
        </p:blipFill>
        <p:spPr>
          <a:xfrm xmlns:a="http://schemas.openxmlformats.org/drawingml/2006/main">
            <a:off x="2272027" y="952500"/>
            <a:ext cx="764794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750EC-9B34-4AC8-957F-C2E3D453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系統匣顯示 stopped；接著重新執行環境檢查與修復。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C03BA-60EA-499E-9A20-85F0020B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3954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DDA6C-BF43-456C-978D-8B675090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修復後重新檢查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95970-C3DB-48BC-83D3-C2D00A3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27/49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073630c624dc9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ACE46-AD51-4387-8F3E-C49C3D6C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Firmware virtualization、Virtual Machine Platform、WSL 與 hypervisor 都應顯示 Enabled／Running。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86B18-ACD9-4F05-900C-CF5FBE40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813932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1FE9A-BA59-43E4-82C8-C03152C8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Resource Saver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AE16E-EDE7-47B3-949B-89CFCAAA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28/49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ef1e1ec9d4582"/>
          <a:stretch xmlns:a="http://schemas.openxmlformats.org/drawingml/2006/main"/>
        </p:blipFill>
        <p:spPr>
          <a:xfrm xmlns:a="http://schemas.openxmlformats.org/drawingml/2006/main">
            <a:off x="1993294" y="952500"/>
            <a:ext cx="82054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3B621-6C7D-4B2C-985D-7315A2E2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Resource Saver 不等於故障；Docker 閒置時會降低資源使用。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9CA35-7D9C-48D4-9082-BDDA5A0B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2794859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BB9D3-8AFE-47F0-8B90-4B8D773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進入第 03 單元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7C385-2F09-49F1-8207-3239BE61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29/49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99005-D16B-4BAD-8584-AE09E7C6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開啟「03-啟動-Ollama-與-Open-WebUI」資料夾。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5b386a7094de3"/>
          <a:stretch xmlns:a="http://schemas.openxmlformats.org/drawingml/2006/main"/>
        </p:blipFill>
        <p:spPr>
          <a:xfrm xmlns:a="http://schemas.openxmlformats.org/drawingml/2006/main">
            <a:off x="457200" y="2379180"/>
            <a:ext cx="11277600" cy="24044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07918-4B31-4153-A427-DA8C651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965221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22697-4749-489C-9E81-691C1391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認識第 03 單元檔案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6FE7-1EEE-4028-BC45-9E8C979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30/49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AB91-0E6E-4CB8-8348-B9702430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03_compose.yaml 定義服務；03_service-control 是操作入口。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50d03b4fb4f28"/>
          <a:stretch xmlns:a="http://schemas.openxmlformats.org/drawingml/2006/main"/>
        </p:blipFill>
        <p:spPr>
          <a:xfrm xmlns:a="http://schemas.openxmlformats.org/drawingml/2006/main">
            <a:off x="457200" y="2135554"/>
            <a:ext cx="11277600" cy="28916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CA645-0FDD-429F-B54E-4FE7B5D5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9985727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9A780-7105-4DE8-AA4E-1FF40DC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啟動本機 AI 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3B3C7-7843-43B4-BA38-C7D23B0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31/49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31778e0f4cfb"/>
          <a:stretch xmlns:a="http://schemas.openxmlformats.org/drawingml/2006/main"/>
        </p:blipFill>
        <p:spPr>
          <a:xfrm xmlns:a="http://schemas.openxmlformats.org/drawingml/2006/main">
            <a:off x="2207032" y="952500"/>
            <a:ext cx="777793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1E231-B419-4A5B-BA4B-223D8FE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按兩下服務控制程式，輸入 1 啟動 Ollama 與 Open WebUI。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4DFA4-F196-45D7-A646-CB053237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05025737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44BE2-C376-4E6B-9140-120B40A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第一次啟動需要等待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0C3A1-3356-439E-888B-5D5F293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32/49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2c64dcb084433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53B4E-9E2A-4EA5-B053-6D36803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系統會下載容器映像；時間依網路速度而定，視窗保持開啟。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4D1F5-AFD5-4021-BCBD-ACC1F89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569317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AF739-3400-4866-931C-DD9F623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確認服務啟動成功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55A80-AAA6-4883-893B-3F6F0AE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33/49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60c6462824289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A668D-FC6E-40F2-BB9F-C03B534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Services started successfully，再開啟 http://localhost:3000。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9374D-7734-49A2-A043-4266122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9669116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7B06E-1785-4E19-906A-1B3999A3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695F8-B167-4245-BE6C-DB9ABC4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34/49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3d9b83e7748ff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F218-37E5-4EBC-BEE1-62DBAEC2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在瀏覽器輸入 localhost:3000，按「開始使用」。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5D0B2-C505-4C24-A19A-09CA9A9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8498107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82CE0-8B4C-40E4-84B4-5851F20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建立第一個管理員帳號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A00C9-102E-411D-9F5A-547399D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35/49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872cf53164c2c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8BD99-50D2-46F4-9FBD-283724E7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第一個註冊帳號會成為管理員；Email 可使用課堂示範格式。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9B1B-3382-48C9-9108-BB73CBE6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7582490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D0D68-80F4-4A1B-ACEC-F271B10F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CE0F5-381E-4804-AFBE-CA9C2F5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36/49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44038ff9a4241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6E2AA-6037-4382-80A3-B476AD59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關閉版本資訊視窗，回到主畫面。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6F374-0044-44BF-A913-4DDC6B8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4518537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C1592-2825-47EA-94BE-88D696F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尚未安裝可用模型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F28FA-4813-4639-A7C2-5885EF0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37/49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da3a5f602422a"/>
          <a:stretch xmlns:a="http://schemas.openxmlformats.org/drawingml/2006/main"/>
        </p:blipFill>
        <p:spPr>
          <a:xfrm xmlns:a="http://schemas.openxmlformats.org/drawingml/2006/main">
            <a:off x="639056" y="952500"/>
            <a:ext cx="1091388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9CC08-E8C6-4CBD-8990-98F3E6BE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模型選單顯示暫無可用模型，下一步到設定下載。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05281-78C3-4EA8-A0F6-8DF163E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304487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A9FE2-567C-400D-99F2-01DDB74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開啟個人與管理設定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8624E-87AD-4325-BA43-008B3768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38/49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3d478808d451f"/>
          <a:stretch xmlns:a="http://schemas.openxmlformats.org/drawingml/2006/main"/>
        </p:blipFill>
        <p:spPr>
          <a:xfrm xmlns:a="http://schemas.openxmlformats.org/drawingml/2006/main">
            <a:off x="587658" y="952500"/>
            <a:ext cx="1101668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58AD7-3341-4224-88F4-E8D1F1FA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按左下角帳號名稱，進入設定與管理介面。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BB510-B54C-44A2-976B-6A8C2C0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27396772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876E0-7B79-41D6-8E48-DE33B64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進入模型設定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D52BA-AF7E-45F7-AC7C-61666EA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39/49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19353c83e47cb"/>
          <a:stretch xmlns:a="http://schemas.openxmlformats.org/drawingml/2006/main"/>
        </p:blipFill>
        <p:spPr>
          <a:xfrm xmlns:a="http://schemas.openxmlformats.org/drawingml/2006/main">
            <a:off x="1870105" y="952500"/>
            <a:ext cx="845178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5E84C-8B33-4176-8457-1D0199D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管理員面板左側選「模型」。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10903-3494-46C5-BC92-B1A4BB6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0918235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5D6FB-E2BF-449A-B5BF-99D7E36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Ollama 模型管理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6403E-3903-4D44-BD2E-8BA7EE9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40/49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52431f3754838"/>
          <a:stretch xmlns:a="http://schemas.openxmlformats.org/drawingml/2006/main"/>
        </p:blipFill>
        <p:spPr>
          <a:xfrm xmlns:a="http://schemas.openxmlformats.org/drawingml/2006/main">
            <a:off x="457200" y="1191097"/>
            <a:ext cx="11277600" cy="43805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0C91E-A850-4128-BF5C-ABF2164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右上角依序選「動作」→「管理」。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FB370-1940-4869-A9B9-E0127891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058611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09C70-3FD0-48DF-8D85-38485B5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輸入模型標籤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2632-E943-42D0-9C54-D924882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41/49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852b6ca014bd3"/>
          <a:stretch xmlns:a="http://schemas.openxmlformats.org/drawingml/2006/main"/>
        </p:blipFill>
        <p:spPr>
          <a:xfrm xmlns:a="http://schemas.openxmlformats.org/drawingml/2006/main">
            <a:off x="2270367" y="952500"/>
            <a:ext cx="765126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AF642-3CA1-450A-9FDE-161F206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Ollama.com 下載欄輸入 gemma3:4b，按下載。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1185A-D507-42B6-A49E-7C4A5EA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073800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CE845-B764-4176-9779-32593C9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模型下載已開始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38FE4-9D65-48FC-8EE5-BACAC23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42/49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BDF7-40FF-45AB-B907-5383D390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出現模型名稱與進度條後，保持頁面與服務運作。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19167b674036"/>
          <a:stretch xmlns:a="http://schemas.openxmlformats.org/drawingml/2006/main"/>
        </p:blipFill>
        <p:spPr>
          <a:xfrm xmlns:a="http://schemas.openxmlformats.org/drawingml/2006/main">
            <a:off x="1318260" y="1866900"/>
            <a:ext cx="955548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89947-C649-4197-A096-AC9581BD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26922202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D9159-9BFE-46AD-B651-279A7D01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等待大型模型下載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B50C7-9D0E-4A8D-911F-3F53D3E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10EDA-60CA-422B-85EB-DD9241F3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下載可能需較長時間；百分比持續上升即可。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c99687aed4fe7"/>
          <a:stretch xmlns:a="http://schemas.openxmlformats.org/drawingml/2006/main"/>
        </p:blipFill>
        <p:spPr>
          <a:xfrm xmlns:a="http://schemas.openxmlformats.org/drawingml/2006/main">
            <a:off x="1025285" y="1866900"/>
            <a:ext cx="1014142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724D-6C86-4CBC-8225-AFF28EFB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09850354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EB3C7-5561-451E-AD0B-7B4E3524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3A86B-3563-4204-8210-D4BA33A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5BB70-E7A0-46BA-A83F-78F0558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進度到 100% 後，等待模型出現在清單。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9810846384f3e"/>
          <a:stretch xmlns:a="http://schemas.openxmlformats.org/drawingml/2006/main"/>
        </p:blipFill>
        <p:spPr>
          <a:xfrm xmlns:a="http://schemas.openxmlformats.org/drawingml/2006/main">
            <a:off x="1002196" y="1866900"/>
            <a:ext cx="1018760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03FAE-D186-4862-982D-EA69A3FB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5935991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81A8D-B863-422B-A795-0AAF9011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確認模型已加入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2B9C0-B8BC-478B-A019-05A0410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45/49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db87cc2694b38"/>
          <a:stretch xmlns:a="http://schemas.openxmlformats.org/drawingml/2006/main"/>
        </p:blipFill>
        <p:spPr>
          <a:xfrm xmlns:a="http://schemas.openxmlformats.org/drawingml/2006/main">
            <a:off x="1683694" y="952500"/>
            <a:ext cx="882461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A1043-4895-4CBB-B3EE-AA66848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模型清單出現 gemma3:4b，且右側開關已啟用。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E6ECA-8336-4FEA-9828-5C891A7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7920742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C8270-7251-45C5-B8FB-B07260BD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隱藏 Arena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02FCD-0EE2-4495-9DF2-ACD91957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46/49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9f91f857441e8"/>
          <a:stretch xmlns:a="http://schemas.openxmlformats.org/drawingml/2006/main"/>
        </p:blipFill>
        <p:spPr>
          <a:xfrm xmlns:a="http://schemas.openxmlformats.org/drawingml/2006/main">
            <a:off x="457200" y="964746"/>
            <a:ext cx="11277600" cy="48332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6969A-546C-47A3-822E-6FA2693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若不需要 Arena Model，可關閉右側開關，讓選單更單純。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E15B9-BCB9-468D-9033-F9C28056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83569622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07DCE-3EC5-47D6-9FD2-6AA027B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保留模型基本功能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9E9FF-C3F6-4B0E-8581-442B5E8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47/49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8e9aff6504e1c"/>
          <a:stretch xmlns:a="http://schemas.openxmlformats.org/drawingml/2006/main"/>
        </p:blipFill>
        <p:spPr>
          <a:xfrm xmlns:a="http://schemas.openxmlformats.org/drawingml/2006/main">
            <a:off x="1916686" y="952500"/>
            <a:ext cx="835862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6FBE2-97C7-40DC-B54E-EF6EB2A3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初次使用可維持預設功能，再按「儲存並更新」。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2987B-F2BB-4AED-BE29-14211F8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0112105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420E3-6606-4E6D-A0A7-81B81121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gemma3:4b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F086-3BD1-4F24-8AC9-D1A29906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48/49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78EE-42EF-4A81-88A1-8D1770F0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回到對話首頁，從模型選單選 gemma3:4b。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85b8aff9a4650"/>
          <a:stretch xmlns:a="http://schemas.openxmlformats.org/drawingml/2006/main"/>
        </p:blipFill>
        <p:spPr>
          <a:xfrm xmlns:a="http://schemas.openxmlformats.org/drawingml/2006/main">
            <a:off x="1169334" y="1866900"/>
            <a:ext cx="985333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B18DF-FCD0-4BFC-8F0A-4B66968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87945907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C70A-A7FC-4B04-80F9-D8C601CC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完成第一次本機對話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4633-8456-4A17-B502-E181E1B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49/49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2f1dcb8154813"/>
          <a:stretch xmlns:a="http://schemas.openxmlformats.org/drawingml/2006/main"/>
        </p:blipFill>
        <p:spPr>
          <a:xfrm xmlns:a="http://schemas.openxmlformats.org/drawingml/2006/main">
            <a:off x="1803442" y="952500"/>
            <a:ext cx="858511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3F202-7F60-4610-9495-DE5C427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輸入簡單測試句並確認模型能回覆；語言風格可用系統提示詞再調整。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597AE-6DB9-4F10-8525-6E72725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8672677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FE11D-E2A6-4975-B74A-A9800641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做到這裡，就完成了本機 AI 基礎環境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FCE02-533E-4A6E-8B0A-3513593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→ Ollama → Open WebUI → gemma3:4b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000D2-D489-4FD3-AE9F-92A8C55E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Docker Engine 正常執行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服務可從 localhost:3000 開啟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gemma3:4b 已下載並能產生回覆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D7E2C-1C62-415E-9BFB-A58B72A1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下一步：固定繁體中文回答，再加入自己的教材與知識庫。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42AF8-7A47-4E1A-B46D-3F3D8139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D5291-DA1B-4C56-88B7-8B050264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65307282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2026-09-15T01:30:55.1230000Z</dcterms:created>
  <dcterms:modified xsi:type="dcterms:W3CDTF">2026-09-15T01:30:55.1230000Z</dcterms:modified>
</coreProperties>
</file>