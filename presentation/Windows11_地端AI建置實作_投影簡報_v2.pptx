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effc9294204fd5" /><Relationship Type="http://schemas.openxmlformats.org/officeDocument/2006/relationships/extended-properties" Target="/docProps/app.xml" Id="Ra426816148754797" /><Relationship Type="http://schemas.openxmlformats.org/officeDocument/2006/relationships/officeDocument" Target="/ppt/presentation.xml" Id="Rf46b53253b24463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7f3ba7ad5a34ebb"/>
  </p:sldMasterIdLst>
  <p:notesMasterIdLst>
    <p:notesMasterId xmlns:r="http://schemas.openxmlformats.org/officeDocument/2006/relationships" r:id="Rd487013f7677443f"/>
  </p:notesMasterIdLst>
  <p:sldIdLst>
    <p:sldId xmlns:r="http://schemas.openxmlformats.org/officeDocument/2006/relationships" id="256" r:id="Ra0d48916dbaf4c45"/>
    <p:sldId xmlns:r="http://schemas.openxmlformats.org/officeDocument/2006/relationships" id="257" r:id="R0fd009dd448c4f1a"/>
    <p:sldId xmlns:r="http://schemas.openxmlformats.org/officeDocument/2006/relationships" id="258" r:id="R7642dd3daf9a420b"/>
    <p:sldId xmlns:r="http://schemas.openxmlformats.org/officeDocument/2006/relationships" id="259" r:id="R56e0b34c40274ff3"/>
    <p:sldId xmlns:r="http://schemas.openxmlformats.org/officeDocument/2006/relationships" id="260" r:id="R30e182778142427b"/>
    <p:sldId xmlns:r="http://schemas.openxmlformats.org/officeDocument/2006/relationships" id="261" r:id="Rb4480af125c047bd"/>
    <p:sldId xmlns:r="http://schemas.openxmlformats.org/officeDocument/2006/relationships" id="262" r:id="R11ef89f773f34d89"/>
    <p:sldId xmlns:r="http://schemas.openxmlformats.org/officeDocument/2006/relationships" id="263" r:id="Ra536a40493a2499f"/>
    <p:sldId xmlns:r="http://schemas.openxmlformats.org/officeDocument/2006/relationships" id="264" r:id="R53b243c1bf0a410e"/>
    <p:sldId xmlns:r="http://schemas.openxmlformats.org/officeDocument/2006/relationships" id="265" r:id="R7dca4bbd0ee549df"/>
    <p:sldId xmlns:r="http://schemas.openxmlformats.org/officeDocument/2006/relationships" id="266" r:id="Ra8c8b846fa2a4294"/>
    <p:sldId xmlns:r="http://schemas.openxmlformats.org/officeDocument/2006/relationships" id="267" r:id="Rf50aebc5ef524585"/>
    <p:sldId xmlns:r="http://schemas.openxmlformats.org/officeDocument/2006/relationships" id="268" r:id="R135190e693cf4a0b"/>
    <p:sldId xmlns:r="http://schemas.openxmlformats.org/officeDocument/2006/relationships" id="269" r:id="R49649bdf8cb54ee5"/>
    <p:sldId xmlns:r="http://schemas.openxmlformats.org/officeDocument/2006/relationships" id="270" r:id="R8d1047d1ba1c4128"/>
    <p:sldId xmlns:r="http://schemas.openxmlformats.org/officeDocument/2006/relationships" id="271" r:id="R55ec6e5ddc054ad7"/>
    <p:sldId xmlns:r="http://schemas.openxmlformats.org/officeDocument/2006/relationships" id="272" r:id="R097e79ed083b4b25"/>
    <p:sldId xmlns:r="http://schemas.openxmlformats.org/officeDocument/2006/relationships" id="273" r:id="R00e22a0f96ef4d46"/>
    <p:sldId xmlns:r="http://schemas.openxmlformats.org/officeDocument/2006/relationships" id="274" r:id="R5848057bf00746f6"/>
    <p:sldId xmlns:r="http://schemas.openxmlformats.org/officeDocument/2006/relationships" id="275" r:id="Rd9d39384bd6b46be"/>
    <p:sldId xmlns:r="http://schemas.openxmlformats.org/officeDocument/2006/relationships" id="276" r:id="R3c52b7355ba3439e"/>
    <p:sldId xmlns:r="http://schemas.openxmlformats.org/officeDocument/2006/relationships" id="277" r:id="Racfc2fa5ca504961"/>
    <p:sldId xmlns:r="http://schemas.openxmlformats.org/officeDocument/2006/relationships" id="278" r:id="Rc8e2777ddec24533"/>
    <p:sldId xmlns:r="http://schemas.openxmlformats.org/officeDocument/2006/relationships" id="279" r:id="Rf59001b0ba35464a"/>
    <p:sldId xmlns:r="http://schemas.openxmlformats.org/officeDocument/2006/relationships" id="280" r:id="Ra28dfaf1aeda4739"/>
    <p:sldId xmlns:r="http://schemas.openxmlformats.org/officeDocument/2006/relationships" id="281" r:id="R71b5886db6634fa3"/>
    <p:sldId xmlns:r="http://schemas.openxmlformats.org/officeDocument/2006/relationships" id="282" r:id="Rab2919c58227436d"/>
    <p:sldId xmlns:r="http://schemas.openxmlformats.org/officeDocument/2006/relationships" id="283" r:id="R3f2bd1b20220443e"/>
    <p:sldId xmlns:r="http://schemas.openxmlformats.org/officeDocument/2006/relationships" id="284" r:id="R4c47c849a3174c4b"/>
    <p:sldId xmlns:r="http://schemas.openxmlformats.org/officeDocument/2006/relationships" id="285" r:id="Rfd8e1e6477a84be7"/>
    <p:sldId xmlns:r="http://schemas.openxmlformats.org/officeDocument/2006/relationships" id="286" r:id="Rd0eacfcc954f45f6"/>
    <p:sldId xmlns:r="http://schemas.openxmlformats.org/officeDocument/2006/relationships" id="287" r:id="Re19bb888ea934e5b"/>
    <p:sldId xmlns:r="http://schemas.openxmlformats.org/officeDocument/2006/relationships" id="288" r:id="R5a215814f3c340a2"/>
    <p:sldId xmlns:r="http://schemas.openxmlformats.org/officeDocument/2006/relationships" id="289" r:id="R20c3cf60ae4d430d"/>
    <p:sldId xmlns:r="http://schemas.openxmlformats.org/officeDocument/2006/relationships" id="290" r:id="Rde19492513dd447c"/>
    <p:sldId xmlns:r="http://schemas.openxmlformats.org/officeDocument/2006/relationships" id="291" r:id="R22f94b5e0dfe4e39"/>
    <p:sldId xmlns:r="http://schemas.openxmlformats.org/officeDocument/2006/relationships" id="292" r:id="Ra650adf48e4746ce"/>
    <p:sldId xmlns:r="http://schemas.openxmlformats.org/officeDocument/2006/relationships" id="293" r:id="R321517f1b34f4129"/>
    <p:sldId xmlns:r="http://schemas.openxmlformats.org/officeDocument/2006/relationships" id="294" r:id="R3ea4374984034650"/>
    <p:sldId xmlns:r="http://schemas.openxmlformats.org/officeDocument/2006/relationships" id="295" r:id="Ra7a44002dd71449f"/>
    <p:sldId xmlns:r="http://schemas.openxmlformats.org/officeDocument/2006/relationships" id="296" r:id="R7c6063c19b2841e8"/>
    <p:sldId xmlns:r="http://schemas.openxmlformats.org/officeDocument/2006/relationships" id="297" r:id="R2f7c201d22d241ad"/>
    <p:sldId xmlns:r="http://schemas.openxmlformats.org/officeDocument/2006/relationships" id="298" r:id="R57f7ff036f6f45e9"/>
    <p:sldId xmlns:r="http://schemas.openxmlformats.org/officeDocument/2006/relationships" id="299" r:id="R1c82e8155fe540e8"/>
    <p:sldId xmlns:r="http://schemas.openxmlformats.org/officeDocument/2006/relationships" id="300" r:id="R978105f2e4934e3e"/>
    <p:sldId xmlns:r="http://schemas.openxmlformats.org/officeDocument/2006/relationships" id="301" r:id="Rab396d71ebc34bee"/>
    <p:sldId xmlns:r="http://schemas.openxmlformats.org/officeDocument/2006/relationships" id="302" r:id="R7ee5d69e2f8d4407"/>
    <p:sldId xmlns:r="http://schemas.openxmlformats.org/officeDocument/2006/relationships" id="303" r:id="Rb24ac260d6ea4d05"/>
    <p:sldId xmlns:r="http://schemas.openxmlformats.org/officeDocument/2006/relationships" id="304" r:id="Rdc2615e4d7594243"/>
    <p:sldId xmlns:r="http://schemas.openxmlformats.org/officeDocument/2006/relationships" id="305" r:id="Reaa535e51bb3427c"/>
    <p:sldId xmlns:r="http://schemas.openxmlformats.org/officeDocument/2006/relationships" id="306" r:id="Rc73e9a0024a7484a"/>
    <p:sldId xmlns:r="http://schemas.openxmlformats.org/officeDocument/2006/relationships" id="307" r:id="R045e4ae8b8ad4321"/>
    <p:sldId xmlns:r="http://schemas.openxmlformats.org/officeDocument/2006/relationships" id="308" r:id="Ra907336a908f4d7c"/>
    <p:sldId xmlns:r="http://schemas.openxmlformats.org/officeDocument/2006/relationships" id="309" r:id="R131388a197b64f26"/>
    <p:sldId xmlns:r="http://schemas.openxmlformats.org/officeDocument/2006/relationships" id="310" r:id="Rb47b4b90f0484806"/>
    <p:sldId xmlns:r="http://schemas.openxmlformats.org/officeDocument/2006/relationships" id="311" r:id="Re4039b0682e24bb5"/>
  </p:sldIdLst>
  <p:sldSz cx="12192000" cy="6858000"/>
  <p:notesSz cx="6858000" cy="9144000"/>
  <p:embeddedFontLst>
    <p:embeddedFont>
      <p:font typeface="Lora"/>
      <p:regular xmlns:r="http://schemas.openxmlformats.org/officeDocument/2006/relationships" r:id="Rf53fa2a53c7e4087"/>
      <p:bold xmlns:r="http://schemas.openxmlformats.org/officeDocument/2006/relationships" r:id="R1e5a3a3aa44d40d2"/>
      <p:italic xmlns:r="http://schemas.openxmlformats.org/officeDocument/2006/relationships" r:id="Radbc46d7432e4c78"/>
      <p:boldItalic xmlns:r="http://schemas.openxmlformats.org/officeDocument/2006/relationships" r:id="Rad82de928d4448d4"/>
    </p:embeddedFont>
    <p:embeddedFont>
      <p:font typeface="OpenAI Sans"/>
      <p:regular xmlns:r="http://schemas.openxmlformats.org/officeDocument/2006/relationships" r:id="R79da149aa4874786"/>
      <p:bold xmlns:r="http://schemas.openxmlformats.org/officeDocument/2006/relationships" r:id="R1f32ac3677ba4567"/>
      <p:italic xmlns:r="http://schemas.openxmlformats.org/officeDocument/2006/relationships" r:id="R6ad9d45e580d416a"/>
      <p:boldItalic xmlns:r="http://schemas.openxmlformats.org/officeDocument/2006/relationships" r:id="Rbf20bb8dc98e41d3"/>
    </p:embeddedFont>
    <p:embeddedFont>
      <p:font typeface="Roboto"/>
      <p:regular xmlns:r="http://schemas.openxmlformats.org/officeDocument/2006/relationships" r:id="R2116fa288b5e45e7"/>
      <p:bold xmlns:r="http://schemas.openxmlformats.org/officeDocument/2006/relationships" r:id="Re8ee36c38e1b409c"/>
      <p:italic xmlns:r="http://schemas.openxmlformats.org/officeDocument/2006/relationships" r:id="Rf8a3dfa42f15420e"/>
      <p:boldItalic xmlns:r="http://schemas.openxmlformats.org/officeDocument/2006/relationships" r:id="Re6fa66bd3d594e1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2ce47d76aa442a" /><Relationship Type="http://schemas.openxmlformats.org/officeDocument/2006/relationships/slideMaster" Target="/ppt/slideMasters/slideMaster1.xml" Id="Rd7f3ba7ad5a34ebb" /><Relationship Type="http://schemas.openxmlformats.org/officeDocument/2006/relationships/notesMaster" Target="/ppt/notesMasters/notesMaster1.xml" Id="Rd487013f7677443f" /><Relationship Type="http://schemas.openxmlformats.org/officeDocument/2006/relationships/presProps" Target="/ppt/presProps.xml" Id="R8d548000d42041aa" /><Relationship Type="http://schemas.openxmlformats.org/officeDocument/2006/relationships/viewProps" Target="/ppt/viewProps.xml" Id="R03dd7a8cb6be4977" /><Relationship Type="http://schemas.openxmlformats.org/officeDocument/2006/relationships/tableStyles" Target="/ppt/tableStyles.xml" Id="Rdf2c06f9a86345cf" /><Relationship Type="http://schemas.openxmlformats.org/officeDocument/2006/relationships/font" Target="/ppt/fonts/font.dat" Id="Rf53fa2a53c7e4087" /><Relationship Type="http://schemas.openxmlformats.org/officeDocument/2006/relationships/font" Target="/ppt/fonts/font2.dat" Id="R1e5a3a3aa44d40d2" /><Relationship Type="http://schemas.openxmlformats.org/officeDocument/2006/relationships/font" Target="/ppt/fonts/font3.dat" Id="Radbc46d7432e4c78" /><Relationship Type="http://schemas.openxmlformats.org/officeDocument/2006/relationships/font" Target="/ppt/fonts/font4.dat" Id="Rad82de928d4448d4" /><Relationship Type="http://schemas.openxmlformats.org/officeDocument/2006/relationships/font" Target="/ppt/fonts/font5.dat" Id="R79da149aa4874786" /><Relationship Type="http://schemas.openxmlformats.org/officeDocument/2006/relationships/font" Target="/ppt/fonts/font6.dat" Id="R1f32ac3677ba4567" /><Relationship Type="http://schemas.openxmlformats.org/officeDocument/2006/relationships/font" Target="/ppt/fonts/font7.dat" Id="R6ad9d45e580d416a" /><Relationship Type="http://schemas.openxmlformats.org/officeDocument/2006/relationships/font" Target="/ppt/fonts/font8.dat" Id="Rbf20bb8dc98e41d3" /><Relationship Type="http://schemas.openxmlformats.org/officeDocument/2006/relationships/font" Target="/ppt/fonts/font9.dat" Id="R2116fa288b5e45e7" /><Relationship Type="http://schemas.openxmlformats.org/officeDocument/2006/relationships/font" Target="/ppt/fonts/font10.dat" Id="Re8ee36c38e1b409c" /><Relationship Type="http://schemas.openxmlformats.org/officeDocument/2006/relationships/font" Target="/ppt/fonts/font11.dat" Id="Rf8a3dfa42f15420e" /><Relationship Type="http://schemas.openxmlformats.org/officeDocument/2006/relationships/font" Target="/ppt/fonts/font12.dat" Id="Re6fa66bd3d594e10" /><Relationship Type="http://schemas.openxmlformats.org/officeDocument/2006/relationships/slide" Target="/ppt/slides/slide1.xml" Id="Ra0d48916dbaf4c45" /><Relationship Type="http://schemas.openxmlformats.org/officeDocument/2006/relationships/slide" Target="/ppt/slides/slide2.xml" Id="R0fd009dd448c4f1a" /><Relationship Type="http://schemas.openxmlformats.org/officeDocument/2006/relationships/slide" Target="/ppt/slides/slide3.xml" Id="R7642dd3daf9a420b" /><Relationship Type="http://schemas.openxmlformats.org/officeDocument/2006/relationships/slide" Target="/ppt/slides/slide4.xml" Id="R56e0b34c40274ff3" /><Relationship Type="http://schemas.openxmlformats.org/officeDocument/2006/relationships/slide" Target="/ppt/slides/slide5.xml" Id="R30e182778142427b" /><Relationship Type="http://schemas.openxmlformats.org/officeDocument/2006/relationships/slide" Target="/ppt/slides/slide6.xml" Id="Rb4480af125c047bd" /><Relationship Type="http://schemas.openxmlformats.org/officeDocument/2006/relationships/slide" Target="/ppt/slides/slide7.xml" Id="R11ef89f773f34d89" /><Relationship Type="http://schemas.openxmlformats.org/officeDocument/2006/relationships/slide" Target="/ppt/slides/slide8.xml" Id="Ra536a40493a2499f" /><Relationship Type="http://schemas.openxmlformats.org/officeDocument/2006/relationships/slide" Target="/ppt/slides/slide9.xml" Id="R53b243c1bf0a410e" /><Relationship Type="http://schemas.openxmlformats.org/officeDocument/2006/relationships/slide" Target="/ppt/slides/slide10.xml" Id="R7dca4bbd0ee549df" /><Relationship Type="http://schemas.openxmlformats.org/officeDocument/2006/relationships/slide" Target="/ppt/slides/slide11.xml" Id="Ra8c8b846fa2a4294" /><Relationship Type="http://schemas.openxmlformats.org/officeDocument/2006/relationships/slide" Target="/ppt/slides/slide12.xml" Id="Rf50aebc5ef524585" /><Relationship Type="http://schemas.openxmlformats.org/officeDocument/2006/relationships/slide" Target="/ppt/slides/slide13.xml" Id="R135190e693cf4a0b" /><Relationship Type="http://schemas.openxmlformats.org/officeDocument/2006/relationships/slide" Target="/ppt/slides/slide14.xml" Id="R49649bdf8cb54ee5" /><Relationship Type="http://schemas.openxmlformats.org/officeDocument/2006/relationships/slide" Target="/ppt/slides/slide15.xml" Id="R8d1047d1ba1c4128" /><Relationship Type="http://schemas.openxmlformats.org/officeDocument/2006/relationships/slide" Target="/ppt/slides/slide16.xml" Id="R55ec6e5ddc054ad7" /><Relationship Type="http://schemas.openxmlformats.org/officeDocument/2006/relationships/slide" Target="/ppt/slides/slide17.xml" Id="R097e79ed083b4b25" /><Relationship Type="http://schemas.openxmlformats.org/officeDocument/2006/relationships/slide" Target="/ppt/slides/slide18.xml" Id="R00e22a0f96ef4d46" /><Relationship Type="http://schemas.openxmlformats.org/officeDocument/2006/relationships/slide" Target="/ppt/slides/slide19.xml" Id="R5848057bf00746f6" /><Relationship Type="http://schemas.openxmlformats.org/officeDocument/2006/relationships/slide" Target="/ppt/slides/slide20.xml" Id="Rd9d39384bd6b46be" /><Relationship Type="http://schemas.openxmlformats.org/officeDocument/2006/relationships/slide" Target="/ppt/slides/slide21.xml" Id="R3c52b7355ba3439e" /><Relationship Type="http://schemas.openxmlformats.org/officeDocument/2006/relationships/slide" Target="/ppt/slides/slide22.xml" Id="Racfc2fa5ca504961" /><Relationship Type="http://schemas.openxmlformats.org/officeDocument/2006/relationships/slide" Target="/ppt/slides/slide23.xml" Id="Rc8e2777ddec24533" /><Relationship Type="http://schemas.openxmlformats.org/officeDocument/2006/relationships/slide" Target="/ppt/slides/slide24.xml" Id="Rf59001b0ba35464a" /><Relationship Type="http://schemas.openxmlformats.org/officeDocument/2006/relationships/slide" Target="/ppt/slides/slide25.xml" Id="Ra28dfaf1aeda4739" /><Relationship Type="http://schemas.openxmlformats.org/officeDocument/2006/relationships/slide" Target="/ppt/slides/slide26.xml" Id="R71b5886db6634fa3" /><Relationship Type="http://schemas.openxmlformats.org/officeDocument/2006/relationships/slide" Target="/ppt/slides/slide27.xml" Id="Rab2919c58227436d" /><Relationship Type="http://schemas.openxmlformats.org/officeDocument/2006/relationships/slide" Target="/ppt/slides/slide28.xml" Id="R3f2bd1b20220443e" /><Relationship Type="http://schemas.openxmlformats.org/officeDocument/2006/relationships/slide" Target="/ppt/slides/slide29.xml" Id="R4c47c849a3174c4b" /><Relationship Type="http://schemas.openxmlformats.org/officeDocument/2006/relationships/slide" Target="/ppt/slides/slide30.xml" Id="Rfd8e1e6477a84be7" /><Relationship Type="http://schemas.openxmlformats.org/officeDocument/2006/relationships/slide" Target="/ppt/slides/slide31.xml" Id="Rd0eacfcc954f45f6" /><Relationship Type="http://schemas.openxmlformats.org/officeDocument/2006/relationships/slide" Target="/ppt/slides/slide32.xml" Id="Re19bb888ea934e5b" /><Relationship Type="http://schemas.openxmlformats.org/officeDocument/2006/relationships/slide" Target="/ppt/slides/slide33.xml" Id="R5a215814f3c340a2" /><Relationship Type="http://schemas.openxmlformats.org/officeDocument/2006/relationships/slide" Target="/ppt/slides/slide34.xml" Id="R20c3cf60ae4d430d" /><Relationship Type="http://schemas.openxmlformats.org/officeDocument/2006/relationships/slide" Target="/ppt/slides/slide35.xml" Id="Rde19492513dd447c" /><Relationship Type="http://schemas.openxmlformats.org/officeDocument/2006/relationships/slide" Target="/ppt/slides/slide36.xml" Id="R22f94b5e0dfe4e39" /><Relationship Type="http://schemas.openxmlformats.org/officeDocument/2006/relationships/slide" Target="/ppt/slides/slide37.xml" Id="Ra650adf48e4746ce" /><Relationship Type="http://schemas.openxmlformats.org/officeDocument/2006/relationships/slide" Target="/ppt/slides/slide38.xml" Id="R321517f1b34f4129" /><Relationship Type="http://schemas.openxmlformats.org/officeDocument/2006/relationships/slide" Target="/ppt/slides/slide39.xml" Id="R3ea4374984034650" /><Relationship Type="http://schemas.openxmlformats.org/officeDocument/2006/relationships/slide" Target="/ppt/slides/slide40.xml" Id="Ra7a44002dd71449f" /><Relationship Type="http://schemas.openxmlformats.org/officeDocument/2006/relationships/slide" Target="/ppt/slides/slide41.xml" Id="R7c6063c19b2841e8" /><Relationship Type="http://schemas.openxmlformats.org/officeDocument/2006/relationships/slide" Target="/ppt/slides/slide42.xml" Id="R2f7c201d22d241ad" /><Relationship Type="http://schemas.openxmlformats.org/officeDocument/2006/relationships/slide" Target="/ppt/slides/slide43.xml" Id="R57f7ff036f6f45e9" /><Relationship Type="http://schemas.openxmlformats.org/officeDocument/2006/relationships/slide" Target="/ppt/slides/slide44.xml" Id="R1c82e8155fe540e8" /><Relationship Type="http://schemas.openxmlformats.org/officeDocument/2006/relationships/slide" Target="/ppt/slides/slide45.xml" Id="R978105f2e4934e3e" /><Relationship Type="http://schemas.openxmlformats.org/officeDocument/2006/relationships/slide" Target="/ppt/slides/slide46.xml" Id="Rab396d71ebc34bee" /><Relationship Type="http://schemas.openxmlformats.org/officeDocument/2006/relationships/slide" Target="/ppt/slides/slide47.xml" Id="R7ee5d69e2f8d4407" /><Relationship Type="http://schemas.openxmlformats.org/officeDocument/2006/relationships/slide" Target="/ppt/slides/slide48.xml" Id="Rb24ac260d6ea4d05" /><Relationship Type="http://schemas.openxmlformats.org/officeDocument/2006/relationships/slide" Target="/ppt/slides/slide49.xml" Id="Rdc2615e4d7594243" /><Relationship Type="http://schemas.openxmlformats.org/officeDocument/2006/relationships/slide" Target="/ppt/slides/slide50.xml" Id="Reaa535e51bb3427c" /><Relationship Type="http://schemas.openxmlformats.org/officeDocument/2006/relationships/slide" Target="/ppt/slides/slide51.xml" Id="Rc73e9a0024a7484a" /><Relationship Type="http://schemas.openxmlformats.org/officeDocument/2006/relationships/slide" Target="/ppt/slides/slide52.xml" Id="R045e4ae8b8ad4321" /><Relationship Type="http://schemas.openxmlformats.org/officeDocument/2006/relationships/slide" Target="/ppt/slides/slide53.xml" Id="Ra907336a908f4d7c" /><Relationship Type="http://schemas.openxmlformats.org/officeDocument/2006/relationships/slide" Target="/ppt/slides/slide54.xml" Id="R131388a197b64f26" /><Relationship Type="http://schemas.openxmlformats.org/officeDocument/2006/relationships/slide" Target="/ppt/slides/slide55.xml" Id="Rb47b4b90f0484806" /><Relationship Type="http://schemas.openxmlformats.org/officeDocument/2006/relationships/slide" Target="/ppt/slides/slide56.xml" Id="Re4039b0682e2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f02f7ca074c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5ae7e45f8d472a" /><Relationship Type="http://schemas.openxmlformats.org/officeDocument/2006/relationships/notesMaster" Target="/ppt/notesMasters/notesMaster1.xml" Id="Rcf6ca9e2424c41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b6c4ce6da04c01" /><Relationship Type="http://schemas.openxmlformats.org/officeDocument/2006/relationships/notesMaster" Target="/ppt/notesMasters/notesMaster1.xml" Id="Rbfc6a72c977649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b840e20d90442e" /><Relationship Type="http://schemas.openxmlformats.org/officeDocument/2006/relationships/notesMaster" Target="/ppt/notesMasters/notesMaster1.xml" Id="Rc77103fea64346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593b1cb1454353" /><Relationship Type="http://schemas.openxmlformats.org/officeDocument/2006/relationships/notesMaster" Target="/ppt/notesMasters/notesMaster1.xml" Id="Rec9ffe10dfe444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f0ec0470314576" /><Relationship Type="http://schemas.openxmlformats.org/officeDocument/2006/relationships/notesMaster" Target="/ppt/notesMasters/notesMaster1.xml" Id="R4878c423ca5946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31eaf549ae48b5" /><Relationship Type="http://schemas.openxmlformats.org/officeDocument/2006/relationships/notesMaster" Target="/ppt/notesMasters/notesMaster1.xml" Id="R76809d496d5945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19268309b464e" /><Relationship Type="http://schemas.openxmlformats.org/officeDocument/2006/relationships/notesMaster" Target="/ppt/notesMasters/notesMaster1.xml" Id="R26318e5b537e43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1b29c14eaf412c" /><Relationship Type="http://schemas.openxmlformats.org/officeDocument/2006/relationships/notesMaster" Target="/ppt/notesMasters/notesMaster1.xml" Id="Rb63eea02be5e42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947cb7bd8e4ae6" /><Relationship Type="http://schemas.openxmlformats.org/officeDocument/2006/relationships/notesMaster" Target="/ppt/notesMasters/notesMaster1.xml" Id="Rabc42c1489a04a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da600ced6c4bae" /><Relationship Type="http://schemas.openxmlformats.org/officeDocument/2006/relationships/notesMaster" Target="/ppt/notesMasters/notesMaster1.xml" Id="R5c0fe7a928154f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fc40a3547f49a8" /><Relationship Type="http://schemas.openxmlformats.org/officeDocument/2006/relationships/notesMaster" Target="/ppt/notesMasters/notesMaster1.xml" Id="Re019a878d9ba4a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0affd82fd046a3" /><Relationship Type="http://schemas.openxmlformats.org/officeDocument/2006/relationships/notesMaster" Target="/ppt/notesMasters/notesMaster1.xml" Id="Refb98883b63144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bede1e064e4fe1" /><Relationship Type="http://schemas.openxmlformats.org/officeDocument/2006/relationships/notesMaster" Target="/ppt/notesMasters/notesMaster1.xml" Id="R89f19acb663f4a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0d0a91a82a45bd" /><Relationship Type="http://schemas.openxmlformats.org/officeDocument/2006/relationships/notesMaster" Target="/ppt/notesMasters/notesMaster1.xml" Id="R2e1445a9efd74d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3701b197694449" /><Relationship Type="http://schemas.openxmlformats.org/officeDocument/2006/relationships/notesMaster" Target="/ppt/notesMasters/notesMaster1.xml" Id="R95c5b764658f4f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0f64bbea6d4d88" /><Relationship Type="http://schemas.openxmlformats.org/officeDocument/2006/relationships/notesMaster" Target="/ppt/notesMasters/notesMaster1.xml" Id="R5cc9f1548cf146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0daa6ebdb9485e" /><Relationship Type="http://schemas.openxmlformats.org/officeDocument/2006/relationships/notesMaster" Target="/ppt/notesMasters/notesMaster1.xml" Id="R5f62afb4eec040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b76bbb17174a03" /><Relationship Type="http://schemas.openxmlformats.org/officeDocument/2006/relationships/notesMaster" Target="/ppt/notesMasters/notesMaster1.xml" Id="R5d03ae109a914c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fbe1a42cfc4038" /><Relationship Type="http://schemas.openxmlformats.org/officeDocument/2006/relationships/notesMaster" Target="/ppt/notesMasters/notesMaster1.xml" Id="R7ad586ca25ec44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e6a84fab144a13" /><Relationship Type="http://schemas.openxmlformats.org/officeDocument/2006/relationships/notesMaster" Target="/ppt/notesMasters/notesMaster1.xml" Id="R21559e0a55834d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b7b04ab67948e6" /><Relationship Type="http://schemas.openxmlformats.org/officeDocument/2006/relationships/notesMaster" Target="/ppt/notesMasters/notesMaster1.xml" Id="R00fb244c950f47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5d75bc48a34b78" /><Relationship Type="http://schemas.openxmlformats.org/officeDocument/2006/relationships/notesMaster" Target="/ppt/notesMasters/notesMaster1.xml" Id="Rbb2bbad2d565430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989a5fcfff48ac" /><Relationship Type="http://schemas.openxmlformats.org/officeDocument/2006/relationships/notesMaster" Target="/ppt/notesMasters/notesMaster1.xml" Id="Rfbf0d67a07b04ed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4001258f08849ce" /><Relationship Type="http://schemas.openxmlformats.org/officeDocument/2006/relationships/notesMaster" Target="/ppt/notesMasters/notesMaster1.xml" Id="Ra3d2b95a6cdc4a2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80159cfd88496d" /><Relationship Type="http://schemas.openxmlformats.org/officeDocument/2006/relationships/notesMaster" Target="/ppt/notesMasters/notesMaster1.xml" Id="Rc604b63dea6c49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5dcb546216476d" /><Relationship Type="http://schemas.openxmlformats.org/officeDocument/2006/relationships/notesMaster" Target="/ppt/notesMasters/notesMaster1.xml" Id="R2db5074a9eaa48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8daee7fccdd420e" /><Relationship Type="http://schemas.openxmlformats.org/officeDocument/2006/relationships/notesMaster" Target="/ppt/notesMasters/notesMaster1.xml" Id="R2edbc0bded284e0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047aebe13ff4858" /><Relationship Type="http://schemas.openxmlformats.org/officeDocument/2006/relationships/notesMaster" Target="/ppt/notesMasters/notesMaster1.xml" Id="R052753ab80e34a9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10e17d317284f56" /><Relationship Type="http://schemas.openxmlformats.org/officeDocument/2006/relationships/notesMaster" Target="/ppt/notesMasters/notesMaster1.xml" Id="Rf6480a7f20c04bb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72ff87a99c24364" /><Relationship Type="http://schemas.openxmlformats.org/officeDocument/2006/relationships/notesMaster" Target="/ppt/notesMasters/notesMaster1.xml" Id="R32896abd0a584d4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a50d8ad74b84a1e" /><Relationship Type="http://schemas.openxmlformats.org/officeDocument/2006/relationships/notesMaster" Target="/ppt/notesMasters/notesMaster1.xml" Id="R1cd292ddc5534f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c7b2c3b46af4e89" /><Relationship Type="http://schemas.openxmlformats.org/officeDocument/2006/relationships/notesMaster" Target="/ppt/notesMasters/notesMaster1.xml" Id="R98ca35fd89ad4bd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a456d15d95a4524" /><Relationship Type="http://schemas.openxmlformats.org/officeDocument/2006/relationships/notesMaster" Target="/ppt/notesMasters/notesMaster1.xml" Id="R4f5d0cf90981454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98b7af72d284ab4" /><Relationship Type="http://schemas.openxmlformats.org/officeDocument/2006/relationships/notesMaster" Target="/ppt/notesMasters/notesMaster1.xml" Id="Rfb56bef5149141f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43599db330445a" /><Relationship Type="http://schemas.openxmlformats.org/officeDocument/2006/relationships/notesMaster" Target="/ppt/notesMasters/notesMaster1.xml" Id="R9113c78525db4de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469437bf4e1446f" /><Relationship Type="http://schemas.openxmlformats.org/officeDocument/2006/relationships/notesMaster" Target="/ppt/notesMasters/notesMaster1.xml" Id="R0af760b8f84f410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10a78ffaa824ef1" /><Relationship Type="http://schemas.openxmlformats.org/officeDocument/2006/relationships/notesMaster" Target="/ppt/notesMasters/notesMaster1.xml" Id="Rb2dafd9db5c548c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82e1d55e72041f0" /><Relationship Type="http://schemas.openxmlformats.org/officeDocument/2006/relationships/notesMaster" Target="/ppt/notesMasters/notesMaster1.xml" Id="R1d94e333b4f445d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cfd3eb2d39f46da" /><Relationship Type="http://schemas.openxmlformats.org/officeDocument/2006/relationships/notesMaster" Target="/ppt/notesMasters/notesMaster1.xml" Id="R98c4a043f4a242b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f15ea1a51fa4d1f" /><Relationship Type="http://schemas.openxmlformats.org/officeDocument/2006/relationships/notesMaster" Target="/ppt/notesMasters/notesMaster1.xml" Id="Rc08857e3274341c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0e9ce23a6954bc2" /><Relationship Type="http://schemas.openxmlformats.org/officeDocument/2006/relationships/notesMaster" Target="/ppt/notesMasters/notesMaster1.xml" Id="Rd1953181f70b4ae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f8e8cd5518949ec" /><Relationship Type="http://schemas.openxmlformats.org/officeDocument/2006/relationships/notesMaster" Target="/ppt/notesMasters/notesMaster1.xml" Id="Rc40ee96b8eff480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04b7ddb3fff4f35" /><Relationship Type="http://schemas.openxmlformats.org/officeDocument/2006/relationships/notesMaster" Target="/ppt/notesMasters/notesMaster1.xml" Id="R68fe617e0478480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658c74d784b45da" /><Relationship Type="http://schemas.openxmlformats.org/officeDocument/2006/relationships/notesMaster" Target="/ppt/notesMasters/notesMaster1.xml" Id="Rc647d248590845a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a3afba601ea4eb0" /><Relationship Type="http://schemas.openxmlformats.org/officeDocument/2006/relationships/notesMaster" Target="/ppt/notesMasters/notesMaster1.xml" Id="R74e14398d1584ca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f1b9c3f0511422b" /><Relationship Type="http://schemas.openxmlformats.org/officeDocument/2006/relationships/notesMaster" Target="/ppt/notesMasters/notesMaster1.xml" Id="R740fa52c1c714c3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d8783a0d2f64f85" /><Relationship Type="http://schemas.openxmlformats.org/officeDocument/2006/relationships/notesMaster" Target="/ppt/notesMasters/notesMaster1.xml" Id="R0b6089d487da44a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44aa298898c4ded" /><Relationship Type="http://schemas.openxmlformats.org/officeDocument/2006/relationships/notesMaster" Target="/ppt/notesMasters/notesMaster1.xml" Id="R5a5fac0af5564bf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2fc815806354353" /><Relationship Type="http://schemas.openxmlformats.org/officeDocument/2006/relationships/notesMaster" Target="/ppt/notesMasters/notesMaster1.xml" Id="R740045f4fc6a4e2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0e282b77abc466c" /><Relationship Type="http://schemas.openxmlformats.org/officeDocument/2006/relationships/notesMaster" Target="/ppt/notesMasters/notesMaster1.xml" Id="Rd183d3ea01aa414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27d12ebbb3a48d6" /><Relationship Type="http://schemas.openxmlformats.org/officeDocument/2006/relationships/notesMaster" Target="/ppt/notesMasters/notesMaster1.xml" Id="Rddc6868127a74ab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eb03bc03e9e4665" /><Relationship Type="http://schemas.openxmlformats.org/officeDocument/2006/relationships/notesMaster" Target="/ppt/notesMasters/notesMaster1.xml" Id="Rea88279d8d6f433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5e16f6e7aac488f" /><Relationship Type="http://schemas.openxmlformats.org/officeDocument/2006/relationships/notesMaster" Target="/ppt/notesMasters/notesMaster1.xml" Id="R7d1966f93f4a45f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dc041f081cc4981" /><Relationship Type="http://schemas.openxmlformats.org/officeDocument/2006/relationships/notesMaster" Target="/ppt/notesMasters/notesMaster1.xml" Id="R391b6499108942e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80e87fca2b64a58" /><Relationship Type="http://schemas.openxmlformats.org/officeDocument/2006/relationships/notesMaster" Target="/ppt/notesMasters/notesMaster1.xml" Id="Rccf406e8efd24f0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c1b21745b8d4c6d" /><Relationship Type="http://schemas.openxmlformats.org/officeDocument/2006/relationships/notesMaster" Target="/ppt/notesMasters/notesMaster1.xml" Id="R85a15751586a4b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封面。說明本次實作會從 Windows 環境準備一路完成本機模型對話。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課程目標：完成 Docker、Ollama、Open WebUI 與 gemma3:4b 的基礎串接。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用五個階段介紹整體路線，提醒學生依截圖順序操作。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提醒學生每頁只做一個動作，若畫面不同就停下來核對。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上課前確認設備、網路、空間與操作權限，並說明等待原則。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先展示完成標準，讓學生知道最後要看到的三個結果。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教材下載位置</a:t>
            </a:r>
          </a:p>
          <a:p xmlns:a="http://schemas.openxmlformats.org/drawingml/2006/main">
            <a:r>
              <a:t>在 GitHub 專案頁確認儲存庫名稱與課程單元。</a:t>
            </a:r>
          </a:p>
          <a:p xmlns:a="http://schemas.openxmlformats.org/drawingml/2006/main">
            <a:r>
              <a:t>來源：D:\螢幕擷取畫面 2026-09-14 130723.png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ZIP 教材</a:t>
            </a:r>
          </a:p>
          <a:p xmlns:a="http://schemas.openxmlformats.org/drawingml/2006/main">
            <a:r>
              <a:t>按 Code，選 Download ZIP，將完整教材下載到電腦。</a:t>
            </a:r>
          </a:p>
          <a:p xmlns:a="http://schemas.openxmlformats.org/drawingml/2006/main">
            <a:r>
              <a:t>來源：D:\螢幕擷取畫面 2026-09-14 130829.png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找到教材壓縮檔</a:t>
            </a:r>
          </a:p>
          <a:p xmlns:a="http://schemas.openxmlformats.org/drawingml/2006/main">
            <a:r>
              <a:t>在下載資料夾選取 project-delivery_3LM-main.zip。</a:t>
            </a:r>
          </a:p>
          <a:p xmlns:a="http://schemas.openxmlformats.org/drawingml/2006/main">
            <a:r>
              <a:t>來源：D:\螢幕擷取畫面 2026-09-14 130930.png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顯示完整右鍵選單</a:t>
            </a:r>
          </a:p>
          <a:p xmlns:a="http://schemas.openxmlformats.org/drawingml/2006/main">
            <a:r>
              <a:t>Windows 11 先選「顯示其他選項」，才能看到 7-Zip。</a:t>
            </a:r>
          </a:p>
          <a:p xmlns:a="http://schemas.openxmlformats.org/drawingml/2006/main">
            <a:r>
              <a:t>來源：D:\螢幕擷取畫面 2026-09-14 130931.png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7-Zip 解壓縮</a:t>
            </a:r>
          </a:p>
          <a:p xmlns:a="http://schemas.openxmlformats.org/drawingml/2006/main">
            <a:r>
              <a:t>依序選 7-Zip → 解壓縮至此。</a:t>
            </a:r>
          </a:p>
          <a:p xmlns:a="http://schemas.openxmlformats.org/drawingml/2006/main">
            <a:r>
              <a:t>來源：D:\螢幕擷取畫面 2026-09-14 130932.png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確認資料夾已建立</a:t>
            </a:r>
          </a:p>
          <a:p xmlns:a="http://schemas.openxmlformats.org/drawingml/2006/main">
            <a:r>
              <a:t>ZIP 旁出現同名資料夾，代表解壓縮完成。</a:t>
            </a:r>
          </a:p>
          <a:p xmlns:a="http://schemas.openxmlformats.org/drawingml/2006/main">
            <a:r>
              <a:t>來源：D:\螢幕擷取畫面 2026-09-14 130933.png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進入教材主資料夾</a:t>
            </a:r>
          </a:p>
          <a:p xmlns:a="http://schemas.openxmlformats.org/drawingml/2006/main">
            <a:r>
              <a:t>依單元編號操作；先從「00-課前硬體與環境檢查」開始。</a:t>
            </a:r>
          </a:p>
          <a:p xmlns:a="http://schemas.openxmlformats.org/drawingml/2006/main">
            <a:r>
              <a:t>來源：D:\螢幕擷取畫面 2026-09-14 131515.png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執行環境檢查</a:t>
            </a:r>
          </a:p>
          <a:p xmlns:a="http://schemas.openxmlformats.org/drawingml/2006/main">
            <a:r>
              <a:t>在 00 單元中按兩下 00_check-environment。</a:t>
            </a:r>
          </a:p>
          <a:p xmlns:a="http://schemas.openxmlformats.org/drawingml/2006/main">
            <a:r>
              <a:t>來源：D:\螢幕擷取畫面 2026-09-14 131537.png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允許安全性警告</a:t>
            </a:r>
          </a:p>
          <a:p xmlns:a="http://schemas.openxmlformats.org/drawingml/2006/main">
            <a:r>
              <a:t>確認檔案來自課程教材後，按「執行」。</a:t>
            </a:r>
          </a:p>
          <a:p xmlns:a="http://schemas.openxmlformats.org/drawingml/2006/main">
            <a:r>
              <a:t>來源：D:\螢幕擷取畫面 2026-09-14 131612.png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環境檢查啟動</a:t>
            </a:r>
          </a:p>
          <a:p xmlns:a="http://schemas.openxmlformats.org/drawingml/2006/main">
            <a:r>
              <a:t>黑色視窗出現後先等待，不要關閉。</a:t>
            </a:r>
          </a:p>
          <a:p xmlns:a="http://schemas.openxmlformats.org/drawingml/2006/main">
            <a:r>
              <a:t>來源：D:\螢幕擷取畫面 2026-09-14 131626.png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讀懂第一次檢查結果</a:t>
            </a:r>
          </a:p>
          <a:p xmlns:a="http://schemas.openxmlformats.org/drawingml/2006/main">
            <a:r>
              <a:t>綠色 PASS 表示符合；Docker 尚未安裝或執行是此階段的正常狀態。</a:t>
            </a:r>
          </a:p>
          <a:p xmlns:a="http://schemas.openxmlformats.org/drawingml/2006/main">
            <a:r>
              <a:t>來源：D:\螢幕擷取畫面 2026-09-14 131638.png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Docker 官方安裝頁</a:t>
            </a:r>
          </a:p>
          <a:p xmlns:a="http://schemas.openxmlformats.org/drawingml/2006/main">
            <a:r>
              <a:t>使用 Docker 官方文件的 Windows 安裝頁。</a:t>
            </a:r>
          </a:p>
          <a:p xmlns:a="http://schemas.openxmlformats.org/drawingml/2006/main">
            <a:r>
              <a:t>來源：D:\螢幕擷取畫面 2026-09-14 133328.png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Windows x86_64 安裝程式</a:t>
            </a:r>
          </a:p>
          <a:p xmlns:a="http://schemas.openxmlformats.org/drawingml/2006/main">
            <a:r>
              <a:t>Intel／AMD 一般 Windows 筆電選 x86_64。</a:t>
            </a:r>
          </a:p>
          <a:p xmlns:a="http://schemas.openxmlformats.org/drawingml/2006/main">
            <a:r>
              <a:t>來源：D:\螢幕擷取畫面 2026-09-14 133349.png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關閉安裝文件分頁</a:t>
            </a:r>
          </a:p>
          <a:p xmlns:a="http://schemas.openxmlformats.org/drawingml/2006/main">
            <a:r>
              <a:t>下載已開始後，可關閉文件分頁並查看進度。</a:t>
            </a:r>
          </a:p>
          <a:p xmlns:a="http://schemas.openxmlformats.org/drawingml/2006/main">
            <a:r>
              <a:t>來源：D:\螢幕擷取畫面 2026-09-14 133437.png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等待安裝程式下載</a:t>
            </a:r>
          </a:p>
          <a:p xmlns:a="http://schemas.openxmlformats.org/drawingml/2006/main">
            <a:r>
              <a:t>檔案約 577 MB；等待下載列顯示完成。</a:t>
            </a:r>
          </a:p>
          <a:p xmlns:a="http://schemas.openxmlformats.org/drawingml/2006/main">
            <a:r>
              <a:t>來源：D:\螢幕擷取畫面 2026-09-14 133459.png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開啟下載位置</a:t>
            </a:r>
          </a:p>
          <a:p xmlns:a="http://schemas.openxmlformats.org/drawingml/2006/main">
            <a:r>
              <a:t>下載完成後按資料夾圖示，開啟安裝程式所在位置。</a:t>
            </a:r>
          </a:p>
          <a:p xmlns:a="http://schemas.openxmlformats.org/drawingml/2006/main">
            <a:r>
              <a:t>來源：D:\螢幕擷取畫面 2026-09-14 134336.png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 Installer</a:t>
            </a:r>
          </a:p>
          <a:p xmlns:a="http://schemas.openxmlformats.org/drawingml/2006/main">
            <a:r>
              <a:t>在下載資料夾按兩下 Docker Desktop Installer。</a:t>
            </a:r>
          </a:p>
          <a:p xmlns:a="http://schemas.openxmlformats.org/drawingml/2006/main">
            <a:r>
              <a:t>來源：D:\螢幕擷取畫面 2026-09-14 134403.png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選擇每位使用者安裝</a:t>
            </a:r>
          </a:p>
          <a:p xmlns:a="http://schemas.openxmlformats.org/drawingml/2006/main">
            <a:r>
              <a:t>保留建議的 Per-user installation，按 OK。</a:t>
            </a:r>
          </a:p>
          <a:p xmlns:a="http://schemas.openxmlformats.org/drawingml/2006/main">
            <a:r>
              <a:t>來源：D:\螢幕擷取畫面 2026-09-14 134429.png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等待解壓縮與安裝</a:t>
            </a:r>
          </a:p>
          <a:p xmlns:a="http://schemas.openxmlformats.org/drawingml/2006/main">
            <a:r>
              <a:t>安裝過程不要關閉視窗。</a:t>
            </a:r>
          </a:p>
          <a:p xmlns:a="http://schemas.openxmlformats.org/drawingml/2006/main">
            <a:r>
              <a:t>來源：D:\螢幕擷取畫面 2026-09-14 134436.png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 Docker Desktop 安裝</a:t>
            </a:r>
          </a:p>
          <a:p xmlns:a="http://schemas.openxmlformats.org/drawingml/2006/main">
            <a:r>
              <a:t>看到 Installation succeeded 後按 Close。</a:t>
            </a:r>
          </a:p>
          <a:p xmlns:a="http://schemas.openxmlformats.org/drawingml/2006/main">
            <a:r>
              <a:t>來源：D:\螢幕擷取畫面 2026-09-14 134457.png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</a:t>
            </a:r>
          </a:p>
          <a:p xmlns:a="http://schemas.openxmlformats.org/drawingml/2006/main">
            <a:r>
              <a:t>可從桌面捷徑或開始功能表開啟。</a:t>
            </a:r>
          </a:p>
          <a:p xmlns:a="http://schemas.openxmlformats.org/drawingml/2006/main">
            <a:r>
              <a:t>來源：D:\螢幕擷取畫面 2026-09-14 134542.png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接受服務條款</a:t>
            </a:r>
          </a:p>
          <a:p xmlns:a="http://schemas.openxmlformats.org/drawingml/2006/main">
            <a:r>
              <a:t>閱讀條款後按 Accept；大型企業商用可能需要付費方案。</a:t>
            </a:r>
          </a:p>
          <a:p xmlns:a="http://schemas.openxmlformats.org/drawingml/2006/main">
            <a:r>
              <a:t>來源：D:\螢幕擷取畫面 2026-09-14 134601.png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略過登入</a:t>
            </a:r>
          </a:p>
          <a:p xmlns:a="http://schemas.openxmlformats.org/drawingml/2006/main">
            <a:r>
              <a:t>本課以本機操作為主，可先按 Skip。</a:t>
            </a:r>
          </a:p>
          <a:p xmlns:a="http://schemas.openxmlformats.org/drawingml/2006/main">
            <a:r>
              <a:t>來源：D:\螢幕擷取畫面 2026-09-14 134607.png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Engine 啟動</a:t>
            </a:r>
          </a:p>
          <a:p xmlns:a="http://schemas.openxmlformats.org/drawingml/2006/main">
            <a:r>
              <a:t>左下角顯示 Engine running，表示 Docker Desktop 已準備完成。</a:t>
            </a:r>
          </a:p>
          <a:p xmlns:a="http://schemas.openxmlformats.org/drawingml/2006/main">
            <a:r>
              <a:t>來源：D:\螢幕擷取畫面 2026-09-14 134608.png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辨識虛擬化錯誤</a:t>
            </a:r>
          </a:p>
          <a:p xmlns:a="http://schemas.openxmlformats.org/drawingml/2006/main">
            <a:r>
              <a:t>看到 Virtualization support not detected 時，先停止後續操作並修復虛擬化環境。</a:t>
            </a:r>
          </a:p>
          <a:p xmlns:a="http://schemas.openxmlformats.org/drawingml/2006/main">
            <a:r>
              <a:t>來源：D:\螢幕擷取畫面 2026-09-14 134632.png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Desktop 已停止</a:t>
            </a:r>
          </a:p>
          <a:p xmlns:a="http://schemas.openxmlformats.org/drawingml/2006/main">
            <a:r>
              <a:t>系統匣顯示 stopped；接著重新執行環境檢查與修復。</a:t>
            </a:r>
          </a:p>
          <a:p xmlns:a="http://schemas.openxmlformats.org/drawingml/2006/main">
            <a:r>
              <a:t>來源：D:\螢幕擷取畫面 2026-09-14 134934.png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修復後重新檢查</a:t>
            </a:r>
          </a:p>
          <a:p xmlns:a="http://schemas.openxmlformats.org/drawingml/2006/main">
            <a:r>
              <a:t>Firmware virtualization、Virtual Machine Platform、WSL 與 hypervisor 都應顯示 Enabled／Running。</a:t>
            </a:r>
          </a:p>
          <a:p xmlns:a="http://schemas.openxmlformats.org/drawingml/2006/main">
            <a:r>
              <a:t>來源：D:\螢幕擷取畫面 2026-09-14 154847.png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 Saver 模式</a:t>
            </a:r>
          </a:p>
          <a:p xmlns:a="http://schemas.openxmlformats.org/drawingml/2006/main">
            <a:r>
              <a:t>Resource Saver 不等於故障；Docker 閒置時會降低資源使用。</a:t>
            </a:r>
          </a:p>
          <a:p xmlns:a="http://schemas.openxmlformats.org/drawingml/2006/main">
            <a:r>
              <a:t>來源：D:\螢幕擷取畫面 2026-09-14 155955.png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進入第 03 單元</a:t>
            </a:r>
          </a:p>
          <a:p xmlns:a="http://schemas.openxmlformats.org/drawingml/2006/main">
            <a:r>
              <a:t>開啟「03-啟動-Ollama-與-Open-WebUI」資料夾。</a:t>
            </a:r>
          </a:p>
          <a:p xmlns:a="http://schemas.openxmlformats.org/drawingml/2006/main">
            <a:r>
              <a:t>來源：D:\螢幕擷取畫面 2026-09-14 160501.png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認識第 03 單元檔案</a:t>
            </a:r>
          </a:p>
          <a:p xmlns:a="http://schemas.openxmlformats.org/drawingml/2006/main">
            <a:r>
              <a:t>03_compose.yaml 定義服務；03_service-control 是操作入口。</a:t>
            </a:r>
          </a:p>
          <a:p xmlns:a="http://schemas.openxmlformats.org/drawingml/2006/main">
            <a:r>
              <a:t>來源：D:\螢幕擷取畫面 2026-09-14 160516.png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啟動本機 AI 服務</a:t>
            </a:r>
          </a:p>
          <a:p xmlns:a="http://schemas.openxmlformats.org/drawingml/2006/main">
            <a:r>
              <a:t>按兩下服務控制程式，輸入 1 啟動 Ollama 與 Open WebUI。</a:t>
            </a:r>
          </a:p>
          <a:p xmlns:a="http://schemas.openxmlformats.org/drawingml/2006/main">
            <a:r>
              <a:t>來源：D:\螢幕擷取畫面 2026-09-14 160541.png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第一次啟動需要等待</a:t>
            </a:r>
          </a:p>
          <a:p xmlns:a="http://schemas.openxmlformats.org/drawingml/2006/main">
            <a:r>
              <a:t>系統會下載容器映像；時間依網路速度而定，視窗保持開啟。</a:t>
            </a:r>
          </a:p>
          <a:p xmlns:a="http://schemas.openxmlformats.org/drawingml/2006/main">
            <a:r>
              <a:t>來源：D:\螢幕擷取畫面 2026-09-14 160553.png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確認服務啟動成功</a:t>
            </a:r>
          </a:p>
          <a:p xmlns:a="http://schemas.openxmlformats.org/drawingml/2006/main">
            <a:r>
              <a:t>看到 Services started successfully，再開啟 http://localhost:3000。</a:t>
            </a:r>
          </a:p>
          <a:p xmlns:a="http://schemas.openxmlformats.org/drawingml/2006/main">
            <a:r>
              <a:t>來源：D:\螢幕擷取畫面 2026-09-14 174828.png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Open WebUI</a:t>
            </a:r>
          </a:p>
          <a:p xmlns:a="http://schemas.openxmlformats.org/drawingml/2006/main">
            <a:r>
              <a:t>在瀏覽器輸入 localhost:3000，按「開始使用」。</a:t>
            </a:r>
          </a:p>
          <a:p xmlns:a="http://schemas.openxmlformats.org/drawingml/2006/main">
            <a:r>
              <a:t>來源：D:\螢幕擷取畫面 2026-09-14 174840.png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建立第一個管理員帳號</a:t>
            </a:r>
          </a:p>
          <a:p xmlns:a="http://schemas.openxmlformats.org/drawingml/2006/main">
            <a:r>
              <a:t>第一個註冊帳號會成為管理員；Email 可使用課堂示範格式。</a:t>
            </a:r>
          </a:p>
          <a:p xmlns:a="http://schemas.openxmlformats.org/drawingml/2006/main">
            <a:r>
              <a:t>來源：D:\螢幕擷取畫面 2026-09-14 175050.png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Open WebUI</a:t>
            </a:r>
          </a:p>
          <a:p xmlns:a="http://schemas.openxmlformats.org/drawingml/2006/main">
            <a:r>
              <a:t>關閉版本資訊視窗，回到主畫面。</a:t>
            </a:r>
          </a:p>
          <a:p xmlns:a="http://schemas.openxmlformats.org/drawingml/2006/main">
            <a:r>
              <a:t>來源：D:\螢幕擷取畫面 2026-09-14 175105.png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尚未安裝可用模型</a:t>
            </a:r>
          </a:p>
          <a:p xmlns:a="http://schemas.openxmlformats.org/drawingml/2006/main">
            <a:r>
              <a:t>模型選單顯示暫無可用模型，下一步到設定下載。</a:t>
            </a:r>
          </a:p>
          <a:p xmlns:a="http://schemas.openxmlformats.org/drawingml/2006/main">
            <a:r>
              <a:t>來源：D:\螢幕擷取畫面 2026-09-14 175123.png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開啟個人與管理設定</a:t>
            </a:r>
          </a:p>
          <a:p xmlns:a="http://schemas.openxmlformats.org/drawingml/2006/main">
            <a:r>
              <a:t>按左下角帳號名稱，進入設定與管理介面。</a:t>
            </a:r>
          </a:p>
          <a:p xmlns:a="http://schemas.openxmlformats.org/drawingml/2006/main">
            <a:r>
              <a:t>來源：D:\螢幕擷取畫面 2026-09-14 175148.png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進入模型設定</a:t>
            </a:r>
          </a:p>
          <a:p xmlns:a="http://schemas.openxmlformats.org/drawingml/2006/main">
            <a:r>
              <a:t>管理員面板左側選「模型」。</a:t>
            </a:r>
          </a:p>
          <a:p xmlns:a="http://schemas.openxmlformats.org/drawingml/2006/main">
            <a:r>
              <a:t>來源：D:\螢幕擷取畫面 2026-09-14 175413.png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Ollama 模型管理</a:t>
            </a:r>
          </a:p>
          <a:p xmlns:a="http://schemas.openxmlformats.org/drawingml/2006/main">
            <a:r>
              <a:t>右上角依序選「動作」→「管理」。</a:t>
            </a:r>
          </a:p>
          <a:p xmlns:a="http://schemas.openxmlformats.org/drawingml/2006/main">
            <a:r>
              <a:t>來源：D:\螢幕擷取畫面 2026-09-14 175539.png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輸入模型標籤</a:t>
            </a:r>
          </a:p>
          <a:p xmlns:a="http://schemas.openxmlformats.org/drawingml/2006/main">
            <a:r>
              <a:t>在 Ollama.com 下載欄輸入 gemma3:4b，按下載。</a:t>
            </a:r>
          </a:p>
          <a:p xmlns:a="http://schemas.openxmlformats.org/drawingml/2006/main">
            <a:r>
              <a:t>來源：D:\螢幕擷取畫面 2026-09-14 175557.png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模型下載已開始</a:t>
            </a:r>
          </a:p>
          <a:p xmlns:a="http://schemas.openxmlformats.org/drawingml/2006/main">
            <a:r>
              <a:t>出現模型名稱與進度條後，保持頁面與服務運作。</a:t>
            </a:r>
          </a:p>
          <a:p xmlns:a="http://schemas.openxmlformats.org/drawingml/2006/main">
            <a:r>
              <a:t>來源：D:\螢幕擷取畫面 2026-09-14 175608.png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等待大型模型下載</a:t>
            </a:r>
          </a:p>
          <a:p xmlns:a="http://schemas.openxmlformats.org/drawingml/2006/main">
            <a:r>
              <a:t>下載可能需較長時間；百分比持續上升即可。</a:t>
            </a:r>
          </a:p>
          <a:p xmlns:a="http://schemas.openxmlformats.org/drawingml/2006/main">
            <a:r>
              <a:t>來源：D:\螢幕擷取畫面 2026-09-14 182023.png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模型下載完成</a:t>
            </a:r>
          </a:p>
          <a:p xmlns:a="http://schemas.openxmlformats.org/drawingml/2006/main">
            <a:r>
              <a:t>進度到 100% 後，等待模型出現在清單。</a:t>
            </a:r>
          </a:p>
          <a:p xmlns:a="http://schemas.openxmlformats.org/drawingml/2006/main">
            <a:r>
              <a:t>來源：D:\螢幕擷取畫面 2026-09-14 183355.png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確認模型已加入</a:t>
            </a:r>
          </a:p>
          <a:p xmlns:a="http://schemas.openxmlformats.org/drawingml/2006/main">
            <a:r>
              <a:t>模型清單出現 gemma3:4b，且右側開關已啟用。</a:t>
            </a:r>
          </a:p>
          <a:p xmlns:a="http://schemas.openxmlformats.org/drawingml/2006/main">
            <a:r>
              <a:t>來源：D:\螢幕擷取畫面 2026-09-14 183433.png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隱藏 Arena Model</a:t>
            </a:r>
          </a:p>
          <a:p xmlns:a="http://schemas.openxmlformats.org/drawingml/2006/main">
            <a:r>
              <a:t>若不需要 Arena Model，可關閉右側開關，讓選單更單純。</a:t>
            </a:r>
          </a:p>
          <a:p xmlns:a="http://schemas.openxmlformats.org/drawingml/2006/main">
            <a:r>
              <a:t>來源：D:\螢幕擷取畫面 2026-09-14 183454.png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保留模型基本功能</a:t>
            </a:r>
          </a:p>
          <a:p xmlns:a="http://schemas.openxmlformats.org/drawingml/2006/main">
            <a:r>
              <a:t>初次使用可維持預設功能，再按「儲存並更新」。</a:t>
            </a:r>
          </a:p>
          <a:p xmlns:a="http://schemas.openxmlformats.org/drawingml/2006/main">
            <a:r>
              <a:t>來源：D:\螢幕擷取畫面 2026-09-14 183455.png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 gemma3:4b</a:t>
            </a:r>
          </a:p>
          <a:p xmlns:a="http://schemas.openxmlformats.org/drawingml/2006/main">
            <a:r>
              <a:t>回到對話首頁，從模型選單選 gemma3:4b。</a:t>
            </a:r>
          </a:p>
          <a:p xmlns:a="http://schemas.openxmlformats.org/drawingml/2006/main">
            <a:r>
              <a:t>來源：D:\螢幕擷取畫面 2026-09-14 183522.png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完成第一次本機對話</a:t>
            </a:r>
          </a:p>
          <a:p xmlns:a="http://schemas.openxmlformats.org/drawingml/2006/main">
            <a:r>
              <a:t>輸入簡單測試句並確認模型能回覆；語言風格可用系統提示詞再調整。</a:t>
            </a:r>
          </a:p>
          <a:p xmlns:a="http://schemas.openxmlformats.org/drawingml/2006/main">
            <a:r>
              <a:t>來源：D:\螢幕擷取畫面 2026-09-14 184259.png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總結本次實作成果，並銜接後續的提示詞、教材與知識庫單元。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e0843dc184c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f084cd08e46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1cb3ccf3d49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eaf672f3249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1889049b446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dc9973c6e48c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36074c4114ec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0fc6d337248e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a3e0689a944f51" /><Relationship Type="http://schemas.openxmlformats.org/officeDocument/2006/relationships/slideLayout" Target="/ppt/slideLayouts/slideLayout1.xml" Id="Rff944b2070174de2" /><Relationship Type="http://schemas.openxmlformats.org/officeDocument/2006/relationships/slideLayout" Target="/ppt/slideLayouts/slideLayout2.xml" Id="R9eb2aa1f58b34864" /><Relationship Type="http://schemas.openxmlformats.org/officeDocument/2006/relationships/slideLayout" Target="/ppt/slideLayouts/slideLayout3.xml" Id="Rc15a947f446d4bf8" /><Relationship Type="http://schemas.openxmlformats.org/officeDocument/2006/relationships/slideLayout" Target="/ppt/slideLayouts/slideLayout4.xml" Id="Rb126c29f86ad44c9" /><Relationship Type="http://schemas.openxmlformats.org/officeDocument/2006/relationships/slideLayout" Target="/ppt/slideLayouts/slideLayout5.xml" Id="R0bbf6fa217d848e9" /><Relationship Type="http://schemas.openxmlformats.org/officeDocument/2006/relationships/slideLayout" Target="/ppt/slideLayouts/slideLayout6.xml" Id="R13714fad226a467e" /><Relationship Type="http://schemas.openxmlformats.org/officeDocument/2006/relationships/slideLayout" Target="/ppt/slideLayouts/slideLayout7.xml" Id="Re4d78d46349f4123" /><Relationship Type="http://schemas.openxmlformats.org/officeDocument/2006/relationships/slideLayout" Target="/ppt/slideLayouts/slideLayout8.xml" Id="R20946bd636d1436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944b2070174de2"/>
    <p:sldLayoutId xmlns:r="http://schemas.openxmlformats.org/officeDocument/2006/relationships" id="2147483650" r:id="R9eb2aa1f58b34864"/>
    <p:sldLayoutId xmlns:r="http://schemas.openxmlformats.org/officeDocument/2006/relationships" id="2147483651" r:id="Rc15a947f446d4bf8"/>
    <p:sldLayoutId xmlns:r="http://schemas.openxmlformats.org/officeDocument/2006/relationships" id="2147483652" r:id="Rb126c29f86ad44c9"/>
    <p:sldLayoutId xmlns:r="http://schemas.openxmlformats.org/officeDocument/2006/relationships" id="2147483653" r:id="R0bbf6fa217d848e9"/>
    <p:sldLayoutId xmlns:r="http://schemas.openxmlformats.org/officeDocument/2006/relationships" id="2147483654" r:id="R13714fad226a467e"/>
    <p:sldLayoutId xmlns:r="http://schemas.openxmlformats.org/officeDocument/2006/relationships" id="2147483655" r:id="Re4d78d46349f4123"/>
    <p:sldLayoutId xmlns:r="http://schemas.openxmlformats.org/officeDocument/2006/relationships" id="2147483656" r:id="R20946bd636d1436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c731097bd6a4d5e" /><Relationship Type="http://schemas.openxmlformats.org/officeDocument/2006/relationships/notesSlide" Target="/ppt/notesSlides/notesSlide1.xml" Id="R428975288b0843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f57bd89e09c41ee" /><Relationship Type="http://schemas.openxmlformats.org/officeDocument/2006/relationships/notesSlide" Target="/ppt/notesSlides/notesSlide2.xml" Id="R010e9a994fc04c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f431ca784754839" /><Relationship Type="http://schemas.openxmlformats.org/officeDocument/2006/relationships/notesSlide" Target="/ppt/notesSlides/notesSlide3.xml" Id="R9d8c69e55f294b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3224b65225a4832" /><Relationship Type="http://schemas.openxmlformats.org/officeDocument/2006/relationships/image" Target="/ppt/media/image.png" Id="R849c57934e904d93" /><Relationship Type="http://schemas.openxmlformats.org/officeDocument/2006/relationships/notesSlide" Target="/ppt/notesSlides/notesSlide4.xml" Id="R4e30f7cf17fe4f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2fcb5877b844d21" /><Relationship Type="http://schemas.openxmlformats.org/officeDocument/2006/relationships/notesSlide" Target="/ppt/notesSlides/notesSlide5.xml" Id="Rd304ceab8bdc47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9cb2339a3ae4d18" /><Relationship Type="http://schemas.openxmlformats.org/officeDocument/2006/relationships/notesSlide" Target="/ppt/notesSlides/notesSlide6.xml" Id="Ra19fa6256b4549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e3402f37e3846b2" /><Relationship Type="http://schemas.openxmlformats.org/officeDocument/2006/relationships/image" Target="/ppt/media/image2.png" Id="R6d90614cd94147d3" /><Relationship Type="http://schemas.openxmlformats.org/officeDocument/2006/relationships/notesSlide" Target="/ppt/notesSlides/notesSlide7.xml" Id="Ra1ad0514bc414b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ef8c224c6374cbb" /><Relationship Type="http://schemas.openxmlformats.org/officeDocument/2006/relationships/image" Target="/ppt/media/image3.png" Id="Re531b131a18d45b6" /><Relationship Type="http://schemas.openxmlformats.org/officeDocument/2006/relationships/notesSlide" Target="/ppt/notesSlides/notesSlide8.xml" Id="Re7469bb4441540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11580bf086f4f56" /><Relationship Type="http://schemas.openxmlformats.org/officeDocument/2006/relationships/image" Target="/ppt/media/image4.png" Id="Rb59e96d28dfd4fee" /><Relationship Type="http://schemas.openxmlformats.org/officeDocument/2006/relationships/notesSlide" Target="/ppt/notesSlides/notesSlide9.xml" Id="R04a929394ebe40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996c9ef862540f2" /><Relationship Type="http://schemas.openxmlformats.org/officeDocument/2006/relationships/image" Target="/ppt/media/image5.png" Id="R8a55a7990f18436a" /><Relationship Type="http://schemas.openxmlformats.org/officeDocument/2006/relationships/notesSlide" Target="/ppt/notesSlides/notesSlide10.xml" Id="Rf8f2bf9c8c684c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6eece3cbbc24646" /><Relationship Type="http://schemas.openxmlformats.org/officeDocument/2006/relationships/image" Target="/ppt/media/image6.png" Id="R669bfc73b89c4bfa" /><Relationship Type="http://schemas.openxmlformats.org/officeDocument/2006/relationships/notesSlide" Target="/ppt/notesSlides/notesSlide11.xml" Id="R04198ca0b0c341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248c119133e4360" /><Relationship Type="http://schemas.openxmlformats.org/officeDocument/2006/relationships/image" Target="/ppt/media/image7.png" Id="R45a4f06825994b13" /><Relationship Type="http://schemas.openxmlformats.org/officeDocument/2006/relationships/notesSlide" Target="/ppt/notesSlides/notesSlide12.xml" Id="R2f8121ae768f4c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e139c68a4354978" /><Relationship Type="http://schemas.openxmlformats.org/officeDocument/2006/relationships/image" Target="/ppt/media/image8.png" Id="R5a832a8f170e437f" /><Relationship Type="http://schemas.openxmlformats.org/officeDocument/2006/relationships/notesSlide" Target="/ppt/notesSlides/notesSlide13.xml" Id="Rb709f8e8300443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3bc09de0d1f41de" /><Relationship Type="http://schemas.openxmlformats.org/officeDocument/2006/relationships/image" Target="/ppt/media/image9.png" Id="Rdb3a43fa27bc4288" /><Relationship Type="http://schemas.openxmlformats.org/officeDocument/2006/relationships/notesSlide" Target="/ppt/notesSlides/notesSlide14.xml" Id="R598af64e00574d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e02824fa127441a" /><Relationship Type="http://schemas.openxmlformats.org/officeDocument/2006/relationships/image" Target="/ppt/media/image10.png" Id="R20280dfe29a94f1d" /><Relationship Type="http://schemas.openxmlformats.org/officeDocument/2006/relationships/notesSlide" Target="/ppt/notesSlides/notesSlide15.xml" Id="Ra3d12f0a63894f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d92475649fa408c" /><Relationship Type="http://schemas.openxmlformats.org/officeDocument/2006/relationships/image" Target="/ppt/media/image11.png" Id="Ree5ca398bf874561" /><Relationship Type="http://schemas.openxmlformats.org/officeDocument/2006/relationships/notesSlide" Target="/ppt/notesSlides/notesSlide16.xml" Id="Ra45fcdbfb55b45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66adc0521964680" /><Relationship Type="http://schemas.openxmlformats.org/officeDocument/2006/relationships/image" Target="/ppt/media/image12.png" Id="Rb058f2d6dd7646ee" /><Relationship Type="http://schemas.openxmlformats.org/officeDocument/2006/relationships/notesSlide" Target="/ppt/notesSlides/notesSlide17.xml" Id="R9cb0577257064f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f3c9f5dbe0e4250" /><Relationship Type="http://schemas.openxmlformats.org/officeDocument/2006/relationships/image" Target="/ppt/media/image13.png" Id="Rc334b55fec2540ca" /><Relationship Type="http://schemas.openxmlformats.org/officeDocument/2006/relationships/notesSlide" Target="/ppt/notesSlides/notesSlide18.xml" Id="R27ac6cb51fc544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2715b4dd6114e84" /><Relationship Type="http://schemas.openxmlformats.org/officeDocument/2006/relationships/image" Target="/ppt/media/image14.png" Id="R08321787574e4242" /><Relationship Type="http://schemas.openxmlformats.org/officeDocument/2006/relationships/notesSlide" Target="/ppt/notesSlides/notesSlide19.xml" Id="R33e9730f562142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f921d561d834b1a" /><Relationship Type="http://schemas.openxmlformats.org/officeDocument/2006/relationships/image" Target="/ppt/media/image15.png" Id="Ra379bdf6621a4c92" /><Relationship Type="http://schemas.openxmlformats.org/officeDocument/2006/relationships/notesSlide" Target="/ppt/notesSlides/notesSlide20.xml" Id="R8a317a0d48ff48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a6289b2c3d34abd" /><Relationship Type="http://schemas.openxmlformats.org/officeDocument/2006/relationships/image" Target="/ppt/media/image16.png" Id="Rb01aa0a74db341c4" /><Relationship Type="http://schemas.openxmlformats.org/officeDocument/2006/relationships/notesSlide" Target="/ppt/notesSlides/notesSlide21.xml" Id="R9818bf41ea174c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251e2a04706494a" /><Relationship Type="http://schemas.openxmlformats.org/officeDocument/2006/relationships/image" Target="/ppt/media/image17.png" Id="R3153650850494cab" /><Relationship Type="http://schemas.openxmlformats.org/officeDocument/2006/relationships/notesSlide" Target="/ppt/notesSlides/notesSlide22.xml" Id="R83fbc380cf4c40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391884735f94226" /><Relationship Type="http://schemas.openxmlformats.org/officeDocument/2006/relationships/image" Target="/ppt/media/image18.png" Id="Rf5c68e21394d4e85" /><Relationship Type="http://schemas.openxmlformats.org/officeDocument/2006/relationships/notesSlide" Target="/ppt/notesSlides/notesSlide23.xml" Id="R482e7f940c5e49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b056a2e1dad4891" /><Relationship Type="http://schemas.openxmlformats.org/officeDocument/2006/relationships/image" Target="/ppt/media/image19.png" Id="R1675eb09bbc745fc" /><Relationship Type="http://schemas.openxmlformats.org/officeDocument/2006/relationships/notesSlide" Target="/ppt/notesSlides/notesSlide24.xml" Id="Rc8af9165c26f4f2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8b285f9de174a85" /><Relationship Type="http://schemas.openxmlformats.org/officeDocument/2006/relationships/image" Target="/ppt/media/image20.png" Id="Rd6e3b86b0ecb44b2" /><Relationship Type="http://schemas.openxmlformats.org/officeDocument/2006/relationships/notesSlide" Target="/ppt/notesSlides/notesSlide25.xml" Id="Re3b5fbbd840d44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914370e69a148d8" /><Relationship Type="http://schemas.openxmlformats.org/officeDocument/2006/relationships/image" Target="/ppt/media/image21.png" Id="R67c4de57d1b040f2" /><Relationship Type="http://schemas.openxmlformats.org/officeDocument/2006/relationships/notesSlide" Target="/ppt/notesSlides/notesSlide26.xml" Id="Re593e5ca0b8f47e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b5b456da63143a2" /><Relationship Type="http://schemas.openxmlformats.org/officeDocument/2006/relationships/image" Target="/ppt/media/image22.png" Id="R72b211196e7d4acd" /><Relationship Type="http://schemas.openxmlformats.org/officeDocument/2006/relationships/notesSlide" Target="/ppt/notesSlides/notesSlide27.xml" Id="R1936ddef5f9e4e8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68ab67e23094428" /><Relationship Type="http://schemas.openxmlformats.org/officeDocument/2006/relationships/image" Target="/ppt/media/image23.png" Id="R54793ccf0a304c03" /><Relationship Type="http://schemas.openxmlformats.org/officeDocument/2006/relationships/notesSlide" Target="/ppt/notesSlides/notesSlide28.xml" Id="Re0d6eaca009948d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9ef446b6c3143a8" /><Relationship Type="http://schemas.openxmlformats.org/officeDocument/2006/relationships/image" Target="/ppt/media/image24.png" Id="Rbfe65e950f704bd9" /><Relationship Type="http://schemas.openxmlformats.org/officeDocument/2006/relationships/notesSlide" Target="/ppt/notesSlides/notesSlide29.xml" Id="Rd20cffd8ea5f40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5f68851aae34741" /><Relationship Type="http://schemas.openxmlformats.org/officeDocument/2006/relationships/image" Target="/ppt/media/image25.png" Id="R8cfe5b2148df421e" /><Relationship Type="http://schemas.openxmlformats.org/officeDocument/2006/relationships/notesSlide" Target="/ppt/notesSlides/notesSlide30.xml" Id="Rfaa12cd38b934e2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bb2002b86dd4970" /><Relationship Type="http://schemas.openxmlformats.org/officeDocument/2006/relationships/image" Target="/ppt/media/image26.png" Id="R03e8df5bbc654de2" /><Relationship Type="http://schemas.openxmlformats.org/officeDocument/2006/relationships/notesSlide" Target="/ppt/notesSlides/notesSlide31.xml" Id="R2c9d94fa0be148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8c1111bb95748f9" /><Relationship Type="http://schemas.openxmlformats.org/officeDocument/2006/relationships/image" Target="/ppt/media/image27.png" Id="R1a2ba5e5b61143c5" /><Relationship Type="http://schemas.openxmlformats.org/officeDocument/2006/relationships/notesSlide" Target="/ppt/notesSlides/notesSlide32.xml" Id="Rbba4bdf41ae142f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f33d501ec654a60" /><Relationship Type="http://schemas.openxmlformats.org/officeDocument/2006/relationships/image" Target="/ppt/media/image28.png" Id="R68fb021a3aaa491b" /><Relationship Type="http://schemas.openxmlformats.org/officeDocument/2006/relationships/notesSlide" Target="/ppt/notesSlides/notesSlide33.xml" Id="R32ba23337f6243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ad6e08e05e945e1" /><Relationship Type="http://schemas.openxmlformats.org/officeDocument/2006/relationships/image" Target="/ppt/media/image29.png" Id="Re084c3504d37490e" /><Relationship Type="http://schemas.openxmlformats.org/officeDocument/2006/relationships/notesSlide" Target="/ppt/notesSlides/notesSlide34.xml" Id="Rbaa5faa73afc4fd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86a0aae65a945f3" /><Relationship Type="http://schemas.openxmlformats.org/officeDocument/2006/relationships/image" Target="/ppt/media/image30.png" Id="R35267dbbfe7c49ba" /><Relationship Type="http://schemas.openxmlformats.org/officeDocument/2006/relationships/notesSlide" Target="/ppt/notesSlides/notesSlide35.xml" Id="R5f92bdf3a211445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7cc806255b94290" /><Relationship Type="http://schemas.openxmlformats.org/officeDocument/2006/relationships/image" Target="/ppt/media/image31.png" Id="Rb4190996521c456f" /><Relationship Type="http://schemas.openxmlformats.org/officeDocument/2006/relationships/notesSlide" Target="/ppt/notesSlides/notesSlide36.xml" Id="Rafa6b0576b21431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5e4a2080add4a15" /><Relationship Type="http://schemas.openxmlformats.org/officeDocument/2006/relationships/image" Target="/ppt/media/image32.png" Id="R7b0aff2fdc82485a" /><Relationship Type="http://schemas.openxmlformats.org/officeDocument/2006/relationships/notesSlide" Target="/ppt/notesSlides/notesSlide37.xml" Id="R3caa43450693463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cee5f3236484317" /><Relationship Type="http://schemas.openxmlformats.org/officeDocument/2006/relationships/image" Target="/ppt/media/image33.png" Id="R950ff1e3bbaa4fc4" /><Relationship Type="http://schemas.openxmlformats.org/officeDocument/2006/relationships/notesSlide" Target="/ppt/notesSlides/notesSlide38.xml" Id="R9f8c8ce1ce28445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779b85ddc7548ce" /><Relationship Type="http://schemas.openxmlformats.org/officeDocument/2006/relationships/image" Target="/ppt/media/image34.png" Id="R79b887c08a9f425e" /><Relationship Type="http://schemas.openxmlformats.org/officeDocument/2006/relationships/notesSlide" Target="/ppt/notesSlides/notesSlide39.xml" Id="R059c3cf002fb4db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6f7b3c227904070" /><Relationship Type="http://schemas.openxmlformats.org/officeDocument/2006/relationships/image" Target="/ppt/media/image35.png" Id="R4bcbd2306d624b43" /><Relationship Type="http://schemas.openxmlformats.org/officeDocument/2006/relationships/notesSlide" Target="/ppt/notesSlides/notesSlide40.xml" Id="R5915df9bc2324f3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dca686756ed4dd8" /><Relationship Type="http://schemas.openxmlformats.org/officeDocument/2006/relationships/image" Target="/ppt/media/image36.png" Id="Re85fd590014f490b" /><Relationship Type="http://schemas.openxmlformats.org/officeDocument/2006/relationships/notesSlide" Target="/ppt/notesSlides/notesSlide41.xml" Id="R558e9d70f4d64c3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e99b0e4700847dd" /><Relationship Type="http://schemas.openxmlformats.org/officeDocument/2006/relationships/image" Target="/ppt/media/image37.png" Id="R965be9de6a9f46b9" /><Relationship Type="http://schemas.openxmlformats.org/officeDocument/2006/relationships/notesSlide" Target="/ppt/notesSlides/notesSlide42.xml" Id="Re50516749033463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58f2156b68942cc" /><Relationship Type="http://schemas.openxmlformats.org/officeDocument/2006/relationships/image" Target="/ppt/media/image38.png" Id="R0a0b4cae0f0344ef" /><Relationship Type="http://schemas.openxmlformats.org/officeDocument/2006/relationships/notesSlide" Target="/ppt/notesSlides/notesSlide43.xml" Id="R2ff96083469149a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9a8dadf08244f8d" /><Relationship Type="http://schemas.openxmlformats.org/officeDocument/2006/relationships/image" Target="/ppt/media/image39.png" Id="R5368b6472d6a4afb" /><Relationship Type="http://schemas.openxmlformats.org/officeDocument/2006/relationships/notesSlide" Target="/ppt/notesSlides/notesSlide44.xml" Id="R5be43351916b416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fb83777dfd343aa" /><Relationship Type="http://schemas.openxmlformats.org/officeDocument/2006/relationships/image" Target="/ppt/media/image40.png" Id="Rfaac9638e94c4072" /><Relationship Type="http://schemas.openxmlformats.org/officeDocument/2006/relationships/notesSlide" Target="/ppt/notesSlides/notesSlide45.xml" Id="Rb303856822e7410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d452c1bd40b4169" /><Relationship Type="http://schemas.openxmlformats.org/officeDocument/2006/relationships/image" Target="/ppt/media/image41.png" Id="R0db56f0950ab432f" /><Relationship Type="http://schemas.openxmlformats.org/officeDocument/2006/relationships/notesSlide" Target="/ppt/notesSlides/notesSlide46.xml" Id="Ra7609df928df452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5e4b990dc024921" /><Relationship Type="http://schemas.openxmlformats.org/officeDocument/2006/relationships/image" Target="/ppt/media/image42.png" Id="R8097800914254609" /><Relationship Type="http://schemas.openxmlformats.org/officeDocument/2006/relationships/notesSlide" Target="/ppt/notesSlides/notesSlide47.xml" Id="Re1a018d8fcf2448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369fb074eda4fa2" /><Relationship Type="http://schemas.openxmlformats.org/officeDocument/2006/relationships/image" Target="/ppt/media/image43.png" Id="R0970155767f44657" /><Relationship Type="http://schemas.openxmlformats.org/officeDocument/2006/relationships/notesSlide" Target="/ppt/notesSlides/notesSlide48.xml" Id="Rdca675f34b2e4e5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6f7c207fed1432e" /><Relationship Type="http://schemas.openxmlformats.org/officeDocument/2006/relationships/image" Target="/ppt/media/image44.png" Id="R0f1df4f892de4a96" /><Relationship Type="http://schemas.openxmlformats.org/officeDocument/2006/relationships/notesSlide" Target="/ppt/notesSlides/notesSlide49.xml" Id="R532a9adc0dd44ee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c145098f3b54ca2" /><Relationship Type="http://schemas.openxmlformats.org/officeDocument/2006/relationships/image" Target="/ppt/media/image45.png" Id="R3c98bd9df9e84196" /><Relationship Type="http://schemas.openxmlformats.org/officeDocument/2006/relationships/notesSlide" Target="/ppt/notesSlides/notesSlide50.xml" Id="Re66348021092488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6b24a37b6f341ef" /><Relationship Type="http://schemas.openxmlformats.org/officeDocument/2006/relationships/image" Target="/ppt/media/image46.png" Id="R2d39228bb5ae4169" /><Relationship Type="http://schemas.openxmlformats.org/officeDocument/2006/relationships/notesSlide" Target="/ppt/notesSlides/notesSlide51.xml" Id="Rc553c3e3993e484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5bf338f18aa4d84" /><Relationship Type="http://schemas.openxmlformats.org/officeDocument/2006/relationships/image" Target="/ppt/media/image47.png" Id="R0fc5780bb3404c1d" /><Relationship Type="http://schemas.openxmlformats.org/officeDocument/2006/relationships/notesSlide" Target="/ppt/notesSlides/notesSlide52.xml" Id="R549b3516fb7548d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a02e2d52fae44ef" /><Relationship Type="http://schemas.openxmlformats.org/officeDocument/2006/relationships/image" Target="/ppt/media/image48.png" Id="R1488562224d7450f" /><Relationship Type="http://schemas.openxmlformats.org/officeDocument/2006/relationships/notesSlide" Target="/ppt/notesSlides/notesSlide53.xml" Id="R3dbfe138e6374ed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5d65e42a4ce4fc5" /><Relationship Type="http://schemas.openxmlformats.org/officeDocument/2006/relationships/image" Target="/ppt/media/image49.png" Id="R8cdb6587e4364089" /><Relationship Type="http://schemas.openxmlformats.org/officeDocument/2006/relationships/notesSlide" Target="/ppt/notesSlides/notesSlide54.xml" Id="R82d42d10ae6a40e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4823c74197b4ae9" /><Relationship Type="http://schemas.openxmlformats.org/officeDocument/2006/relationships/image" Target="/ppt/media/image50.png" Id="Rf7d8c047068145b9" /><Relationship Type="http://schemas.openxmlformats.org/officeDocument/2006/relationships/notesSlide" Target="/ppt/notesSlides/notesSlide55.xml" Id="R68851466331d4c3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3145641eb84bf3" /><Relationship Type="http://schemas.openxmlformats.org/officeDocument/2006/relationships/notesSlide" Target="/ppt/notesSlides/notesSlide56.xml" Id="R691b162d2b434a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99AC3-84DD-469C-8180-E8F72D5A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00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課堂操作簡報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15B3D-394B-44DF-B497-539B856C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Windows 11</a:t>
            </a:r>
          </a:p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地端 AI 建置實作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CAC2D-2012-4893-B642-9A9AD75B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從環境檢查，到 gemma3:4b 的第一段本機對話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2B2B5-FBE4-4C5F-B64E-1A7C962D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8CD8A-452C-4531-B3F4-F63E7C3D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在自己的電腦上</a:t>
            </a:r>
          </a:p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啟動一套可對話的地端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DE80D-ED8D-4412-ABEF-2760D995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完成後，瀏覽器會連到 Open WebUI，並由本機的 gemma3:4b 產生回覆。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2308-8615-4663-8E0D-DAD48ECA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所有服務都在這台電腦上運作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D302-3C1A-4334-9CC0-B9943D0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FDC27-07D3-4630-B0BE-EA16279C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6A0A5-7AC7-40FF-9640-553D2F3F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五個階段，走到第一段回覆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FE85E-F20E-4376-B718-7EA2801A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每一張截圖只處理一個動作，依序完成即可。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B188B-25A9-43D3-96F6-304957A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30DFD-7E59-4B74-A79C-F189508B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下載教材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66809-E030-4595-98B8-AF8694F3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GitHub → ZIP → 解壓縮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8AC94-F4AA-482D-B9BA-C783D653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F2B71-409C-4C13-9155-D53F32D3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檢查環境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707C9-BE0E-4C6F-8DDA-9ECF575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Windows、WSL、虛擬化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4B000-FDA6-466D-A1B8-CF8C614D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8B5B2-96C2-4382-87F0-5B8BF236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安裝 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901FD-22B6-45E0-9BB0-C232EDB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下載、安裝、啟動引擎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0628E-C005-47D4-BBDF-65F17F8D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CE4BF-4B11-4000-87DE-5E67F31A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啟動服務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C29F3-4559-44AF-86B1-73AC4E9A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47927-6C06-4EDC-BFE6-BD1B1B9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176A1-43F8-4E4A-915B-57F82840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0B7CC-17F3-4D0B-8184-3EFF8A98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gemma3:4b → 第一次對話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1BA17-FC05-4DA1-9013-DB7EDACE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B861F-1D91-4F1F-88BB-32C00F7C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c57934e904d93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D9189FB-0DF8-4A16-AA75-2954E881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投影時的閱讀方式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058A1FE-A990-4BEF-B9CA-E870AF4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一張截圖，只講一個動作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4FBE95B-243B-4F21-9435-4C2AACE6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先找畫面中的位置，再執行動作，最後核對結果。</a:t>
            </a:r>
          </a:p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畫面不一樣時先停下來，不要連續點選。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668AF4A-4222-4A3B-8E16-F471EF7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看位置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94BD082-689E-45DB-94F5-19356F16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751EA71-864D-4AE4-8C93-93626F6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做動作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9EA8A6A-B06B-4624-8406-B95B8C45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F9527F8-0A06-482D-8C61-9CCD9BD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對結果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7B7DF4A-6925-461A-A741-E422FD04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30A3BD9-8A8A-435C-A7B6-80F204DB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8EB4A-2647-4A5E-AC85-C9E31B73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開始前先確認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F031D-C3B1-4361-AB0F-95CF4A2D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準備條件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FF384-F00B-4E0C-BC20-2DAE3B59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電腦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穩定網路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至少 50 GB 可用磁碟空間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可在需要時輸入系統管理員密碼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EEDC2-740D-4272-B71B-42179564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操作原則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AC19E-19FA-4054-AE53-B5523BC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第一次下載會比較久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終端機執行時不要關閉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錯誤畫面先截圖再處理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完成一頁，再進到下一頁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2D3C3-E028-4795-9414-561BB3D2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7C537-CF90-4251-B1D9-5DC120BE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3F2B-D90D-4D3D-994F-3189EB70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今天的完成標準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893C1-0437-4B8C-B679-CE700CF6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做到這三件事，就完成本次實作。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4F4EB-5FF1-482B-BF79-83833DEB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117EE-9B61-449B-8A5C-DE4E90B9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Docker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4E478-3F34-4FB7-BC45-125CA5C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狀態顯示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5AE60-D16F-4D73-AFC9-D0EDFEBD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0E2F9-102F-4F21-A2F9-6106F0AD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8FBFA-9350-4E7C-934A-D4F7F27B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服務成功啟動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8C113-76CF-4800-A4DA-6B0A55DC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19462-5EA3-4D1D-B6A2-38297008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gemma3:4b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EF22E-D141-4016-82CA-24DE703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能產生第一段回覆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874B0-DB7D-4226-A500-7E231ADA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631BC-AA5B-45E7-8AAE-F166C103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4FB30-F088-47D2-A4E7-855DC0B2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教材下載位置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8E839-4F5F-42D1-B913-7AC4FD1D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0614cd94147d3"/>
          <a:stretch xmlns:a="http://schemas.openxmlformats.org/drawingml/2006/main"/>
        </p:blipFill>
        <p:spPr>
          <a:xfrm xmlns:a="http://schemas.openxmlformats.org/drawingml/2006/main">
            <a:off x="2945628" y="952500"/>
            <a:ext cx="63007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67376-2B6D-4E96-9695-1D8C360D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GitHub 專案頁確認儲存庫名稱與課程單元。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A11E1-206A-48EE-9FB7-AC9BFA84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130723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36142-EA62-40CB-8D31-C270EC9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10575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22E2A-021B-4D59-9391-2F0F14D6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ZIP 教材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A1D7D-1438-4B48-8883-9FA0A47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1b131a18d45b6"/>
          <a:stretch xmlns:a="http://schemas.openxmlformats.org/drawingml/2006/main"/>
        </p:blipFill>
        <p:spPr>
          <a:xfrm xmlns:a="http://schemas.openxmlformats.org/drawingml/2006/main">
            <a:off x="2834800" y="952500"/>
            <a:ext cx="652240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64BA6-772B-4B1A-BFB0-5F5CF347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 Code，選 Download ZIP，將完整教材下載到電腦。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E03FF-6E3B-4D17-9BEA-6F314C34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130829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DDBAA-A209-4847-8FF7-3A2D8103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8107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7002A-39CC-4629-AE0E-838F138C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找到教材壓縮檔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5ABFC-1237-4DB2-AFDE-CEE84694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03/49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231B2-F455-428F-B7BF-10ED3FF8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在下載資料夾選取 project-delivery_3LM-main.zip。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e96d28dfd4fee"/>
          <a:stretch xmlns:a="http://schemas.openxmlformats.org/drawingml/2006/main"/>
        </p:blipFill>
        <p:spPr>
          <a:xfrm xmlns:a="http://schemas.openxmlformats.org/drawingml/2006/main">
            <a:off x="662096" y="1866900"/>
            <a:ext cx="10867808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D0BA1-D147-4B8C-9963-A7E66614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A17E4-DB04-4F99-956F-3AFC6CE5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87549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3BE74-1ADA-4E0F-932E-50760BF5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顯示完整右鍵選單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637FC-3520-4D93-A66B-B1D1851A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5a7990f18436a"/>
          <a:stretch xmlns:a="http://schemas.openxmlformats.org/drawingml/2006/main"/>
        </p:blipFill>
        <p:spPr>
          <a:xfrm xmlns:a="http://schemas.openxmlformats.org/drawingml/2006/main">
            <a:off x="1993446" y="952500"/>
            <a:ext cx="820510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93265-6B39-4CB5-ADAB-17D7CF1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先選「顯示其他選項」，才能看到 7-Zip。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198AC-F271-4625-8BCD-E297E48E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9ABA3-FFA8-4DE6-A31B-23CA6E2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16562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1F0A9-D596-48FB-9C72-86E3F645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7-Zip 解壓縮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91675-A115-4C44-A281-0505B977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bfc73b89c4bfa"/>
          <a:stretch xmlns:a="http://schemas.openxmlformats.org/drawingml/2006/main"/>
        </p:blipFill>
        <p:spPr>
          <a:xfrm xmlns:a="http://schemas.openxmlformats.org/drawingml/2006/main">
            <a:off x="1637607" y="952500"/>
            <a:ext cx="891678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C0E25-8000-41D1-B3FF-4894A857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依序選 7-Zip → 解壓縮至此。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314F7-5D1A-4291-95D9-36FD438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BAED9-6240-4AC4-9393-9079BDC4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57054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A0B60-16D6-45D0-B29E-D9BE1F8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確認資料夾已建立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609F2-674B-48BB-9C34-1D9346F7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06/49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4971B-A348-428B-910D-5CF4DCDA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ZIP 旁出現同名資料夾，代表解壓縮完成。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4f06825994b13"/>
          <a:stretch xmlns:a="http://schemas.openxmlformats.org/drawingml/2006/main"/>
        </p:blipFill>
        <p:spPr>
          <a:xfrm xmlns:a="http://schemas.openxmlformats.org/drawingml/2006/main">
            <a:off x="457200" y="2388991"/>
            <a:ext cx="11277600" cy="23848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E97FD-631C-4182-A983-56E360FB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3FFF9-52A5-46D0-B178-F990308B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5010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0ECFA-0E41-40D4-B0A3-08836B30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進入教材主資料夾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F9638-BC19-4FD6-B251-9FA9CD21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32a8f170e437f"/>
          <a:stretch xmlns:a="http://schemas.openxmlformats.org/drawingml/2006/main"/>
        </p:blipFill>
        <p:spPr>
          <a:xfrm xmlns:a="http://schemas.openxmlformats.org/drawingml/2006/main">
            <a:off x="2396923" y="952500"/>
            <a:ext cx="739815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CF1AD-AF36-406E-9EDF-569D0312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依單元編號操作；先從「00-課前硬體與環境檢查」開始。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CBC4E-6C8A-42E0-A794-CE144DE9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131515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B2746-F7CB-4AFB-A743-564D8D87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026256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CE2CF-FC5D-4DE0-B7C6-342AED2F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執行環境檢查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58E4E-99DE-41CC-8460-2573E3F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a43fa27bc4288"/>
          <a:stretch xmlns:a="http://schemas.openxmlformats.org/drawingml/2006/main"/>
        </p:blipFill>
        <p:spPr>
          <a:xfrm xmlns:a="http://schemas.openxmlformats.org/drawingml/2006/main">
            <a:off x="457200" y="1013245"/>
            <a:ext cx="11277600" cy="47362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2D4DA-F55A-4899-AB2A-79FE9E73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00 單元中按兩下 00_check-environment。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FDACD-D5B8-4A9C-8E9E-B3EE79DC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131537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43AE8-FB06-421E-A295-5069EDC2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7477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58B59-51E4-4421-B5D3-9803AEBF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允許安全性警告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3D434-DE03-40F1-A706-F10A7B01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80dfe29a94f1d"/>
          <a:stretch xmlns:a="http://schemas.openxmlformats.org/drawingml/2006/main"/>
        </p:blipFill>
        <p:spPr>
          <a:xfrm xmlns:a="http://schemas.openxmlformats.org/drawingml/2006/main">
            <a:off x="2349131" y="952500"/>
            <a:ext cx="749373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8B7C9-1A0F-440E-BDA3-63114925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確認檔案來自課程教材後，按「執行」。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23DC3-813A-490E-AD13-0D56722B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0F4D2-D1D0-4F6C-A6B0-7CCD57E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914626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58FFF-76E3-42F3-A67F-3EB8BF57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環境檢查啟動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D10A2-0600-40C4-AA37-789ABB3D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ca398bf874561"/>
          <a:stretch xmlns:a="http://schemas.openxmlformats.org/drawingml/2006/main"/>
        </p:blipFill>
        <p:spPr>
          <a:xfrm xmlns:a="http://schemas.openxmlformats.org/drawingml/2006/main">
            <a:off x="1443869" y="952500"/>
            <a:ext cx="930426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AAB3B-4740-497D-A5EE-11CF01F7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黑色視窗出現後先等待，不要關閉。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110DA-5C3B-464A-858A-9DD9E522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47082-560C-457D-8FC7-62DB53C5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486514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7B4D2-B022-4410-98D8-1ACAC77F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讀懂第一次檢查結果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139FA-CEB5-49EE-9835-9D66138A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8f2d6dd7646ee"/>
          <a:stretch xmlns:a="http://schemas.openxmlformats.org/drawingml/2006/main"/>
        </p:blipFill>
        <p:spPr>
          <a:xfrm xmlns:a="http://schemas.openxmlformats.org/drawingml/2006/main">
            <a:off x="767499" y="952500"/>
            <a:ext cx="1065700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C57F3-F824-48D8-88BB-EE9D0F75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綠色 PASS 表示符合；Docker 尚未安裝或執行是此階段的正常狀態。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298B3-4398-47F3-81EF-B83AA883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704B5-2ADB-474C-A7FB-23FC32A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01177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141D0-A837-4C52-8707-C3F0458A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Docker 官方安裝頁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EB983-DD44-4102-9D7A-338EAD02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4b55fec2540ca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21466-6DAF-4898-8068-4F1802E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使用 Docker 官方文件的 Windows 安裝頁。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4D50E-C8F3-4C03-B1C5-3009A84F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133328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44A7B-219B-47FC-B8F2-0FABFB0C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904945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3A35E-8DD0-4C19-83B5-A04BDB5E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Windows x86_64 安裝程式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D6B59-1BEC-4BAC-9D3D-187B7A4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21787574e4242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4BA53-F475-415D-8853-9AD544F5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Intel／AMD 一般 Windows 筆電選 x86_64。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08B24-669E-4D4F-A28F-61785D9F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133349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F8005-38E3-4FEB-A553-904B50EF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599917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F0767-72EC-41F7-A755-CA3EB33C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關閉安裝文件分頁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3FD5C-01B8-4AB5-A6FB-59D1875E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14/49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3213B-9157-4FED-8DB9-0643713B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下載已開始後，可關閉文件分頁並查看進度。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9bdf6621a4c92"/>
          <a:stretch xmlns:a="http://schemas.openxmlformats.org/drawingml/2006/main"/>
        </p:blipFill>
        <p:spPr>
          <a:xfrm xmlns:a="http://schemas.openxmlformats.org/drawingml/2006/main">
            <a:off x="457200" y="2385832"/>
            <a:ext cx="11277600" cy="239113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1798B-759D-449A-9BCF-D68305A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133437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A0778-78F7-42A3-8E72-97491215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66148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819C1-2B2B-47C9-BA5F-5C17EFB0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等待安裝程式下載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D6D13-A02B-4C32-A3A3-37D2C038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15/49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aa0a74db341c4"/>
          <a:stretch xmlns:a="http://schemas.openxmlformats.org/drawingml/2006/main"/>
        </p:blipFill>
        <p:spPr>
          <a:xfrm xmlns:a="http://schemas.openxmlformats.org/drawingml/2006/main">
            <a:off x="495300" y="1089523"/>
            <a:ext cx="5143500" cy="495518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3AA99-A2BA-4207-999B-CCE7D891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AF8F2-66D9-42FB-A5A0-3BF27E74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檔案約 577 MB；等待下載列顯示完成。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2B747-7D33-4C1A-975C-7DD071DB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97DA1-5353-4449-A833-F866622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133459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A2B30-94C6-4838-A294-564F4BF2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199058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1DCBD-1D16-445C-A6B8-25D70EB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26956-DBFC-4690-BFB5-D071697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16/49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3650850494cab"/>
          <a:stretch xmlns:a="http://schemas.openxmlformats.org/drawingml/2006/main"/>
        </p:blipFill>
        <p:spPr>
          <a:xfrm xmlns:a="http://schemas.openxmlformats.org/drawingml/2006/main">
            <a:off x="495300" y="1211736"/>
            <a:ext cx="5143500" cy="47107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B5350-8F87-472F-BD89-7CFE674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F7854-B7A4-4C45-997C-16779DDC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下載完成後按資料夾圖示，開啟安裝程式所在位置。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F5BB7-CCC4-480E-B97A-1DE994BB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15A6B-00FC-44FE-883F-A8C5FA1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134336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2E774-C8CD-429D-AFD5-50ED8EEF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353817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58C8B-79DF-447E-A52F-D73090B2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 Installer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02C35-7453-4635-ADB0-74B97E47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17/49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1507D-098A-436A-88FA-5AAF3B3B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在下載資料夾按兩下 Docker Desktop Installer。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68e21394d4e85"/>
          <a:stretch xmlns:a="http://schemas.openxmlformats.org/drawingml/2006/main"/>
        </p:blipFill>
        <p:spPr>
          <a:xfrm xmlns:a="http://schemas.openxmlformats.org/drawingml/2006/main">
            <a:off x="457200" y="1927230"/>
            <a:ext cx="11277600" cy="33083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2477F-FFD9-420B-BBBB-5F414F0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BCBC4-1540-47F2-BB22-D213055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628597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A586E-B59F-447E-894B-7FAE5F4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選擇每位使用者安裝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16EC1-F847-41AD-85E3-29F1E3B7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5eb09bbc745fc"/>
          <a:stretch xmlns:a="http://schemas.openxmlformats.org/drawingml/2006/main"/>
        </p:blipFill>
        <p:spPr>
          <a:xfrm xmlns:a="http://schemas.openxmlformats.org/drawingml/2006/main">
            <a:off x="2742553" y="952500"/>
            <a:ext cx="670689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7CBA7-5462-4375-8147-C296B6BA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保留建議的 Per-user installation，按 OK。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80B47-4B55-45A4-ADAB-D5534AFF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7DB9D-DF6F-4F89-AEE1-3CCB3473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948253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26CB6-4953-4C2B-9EDC-582F988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等待解壓縮與安裝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46880-1F0A-43B6-AE26-40608935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3b86b0ecb44b2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B5090-0876-4B74-AF6B-FBCE14D1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安裝過程不要關閉視窗。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3D94B-5296-4C9A-946F-469508C7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4053F-7B47-47F1-A543-DD8885F9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105127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71228-ABCC-4DAA-B0F2-6AEB0E7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 Docker Desktop 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E59A4-B8C9-42F3-BB84-1A91DCA5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4de57d1b040f2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0F46F-CE7D-4144-A2FC-1A2ADD99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Installation succeeded 後按 Close。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F2DC9-A18A-4B3D-B862-8494D999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87933-D86A-4B3B-9615-F6BE6F03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6716562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0D5A0-3E8E-4548-B841-455E4626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0DEBA-5B89-4062-AC50-C5138AF2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21/49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211196e7d4acd"/>
          <a:stretch xmlns:a="http://schemas.openxmlformats.org/drawingml/2006/main"/>
        </p:blipFill>
        <p:spPr>
          <a:xfrm xmlns:a="http://schemas.openxmlformats.org/drawingml/2006/main">
            <a:off x="1607724" y="1066800"/>
            <a:ext cx="2918653" cy="5000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52CD9-FAB7-418A-9F95-878B46ED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699C1-1DB5-4438-8B38-D8008C3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可從桌面捷徑或開始功能表開啟。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81167-C5F6-4A51-B7D9-520B04C1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D833A-9803-4664-AC38-ECF9C52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134542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807D3-635E-4F9F-8798-9F03482E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1159100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40674-8FCA-4B50-9F36-423CB75B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接受服務條款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2B8DA-FC0A-4239-BAC0-3BDFCFFB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93ccf0a304c03"/>
          <a:stretch xmlns:a="http://schemas.openxmlformats.org/drawingml/2006/main"/>
        </p:blipFill>
        <p:spPr>
          <a:xfrm xmlns:a="http://schemas.openxmlformats.org/drawingml/2006/main">
            <a:off x="2214449" y="952500"/>
            <a:ext cx="776310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6298-3B37-4BBE-B0F9-0A9F7798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閱讀條款後按 Accept；大型企業商用可能需要付費方案。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DB9D9-2326-4B72-A6F0-88E94DFF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CF88B-35AE-47BA-B840-A23D0AF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953876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680DB-235F-437F-9E46-FF466FB5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略過登入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1D966-304D-4FC2-813E-BC87DFF0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65e950f704bd9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E03F1-CBD6-4556-BD11-5F5E83EF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本課以本機操作為主，可先按 Skip。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FD4C1-2D5F-4218-8CAC-52C8497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36FEF-DE04-4EFA-813F-8257BECC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156466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E0C8E-152C-45EE-8FEE-E40E9CF0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Engine 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32633-D76A-424C-A9D1-6402AC6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e5b2148df421e"/>
          <a:stretch xmlns:a="http://schemas.openxmlformats.org/drawingml/2006/main"/>
        </p:blipFill>
        <p:spPr>
          <a:xfrm xmlns:a="http://schemas.openxmlformats.org/drawingml/2006/main">
            <a:off x="1903225" y="952500"/>
            <a:ext cx="83855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B2E55-9CA2-48E9-9969-98A07EA9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左下角顯示 Engine running，表示 Docker Desktop 已準備完成。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595E0-A6F1-413E-AA7F-9A34F154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07B19-E2D3-4A8F-B4FF-5F997988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326481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C3369-A37E-4EB2-84B7-C446B08A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辨識虛擬化錯誤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87E75-6813-4EB6-89AE-E94202B5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8df5bbc654de2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D07C3-0147-4FEB-883B-7D199F9B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Virtualization support not detected 時，先停止後續操作並修復虛擬化環境。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E2D09-7680-4ADC-9ED2-0518FBB9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4B67C-B19F-4826-9B07-7E39B649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768138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EA4AB-1343-4133-BA39-69C7ECE8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Desktop 已停止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57BBA-6F87-4246-93E0-F6FC4185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ba5e5b61143c5"/>
          <a:stretch xmlns:a="http://schemas.openxmlformats.org/drawingml/2006/main"/>
        </p:blipFill>
        <p:spPr>
          <a:xfrm xmlns:a="http://schemas.openxmlformats.org/drawingml/2006/main">
            <a:off x="2272027" y="952500"/>
            <a:ext cx="764794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3192B-C160-47C0-AA3C-FE9E9815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系統匣顯示 stopped；接著重新執行環境檢查與修復。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46F31-853B-49A4-A646-7378A94F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134934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AD5C9-D2EE-4BE9-B553-577B06D7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460455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BB669-675B-419C-BFD2-7DFF659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修復後重新檢查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3B7CB-1EBF-433C-9AB5-F3E61322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b021a3aaa491b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0049F-0EBE-4269-BC0E-A32F5968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Firmware virtualization、Virtual Machine Platform、WSL 與 hypervisor 都應顯示 Enabled／Running。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1B212-A7A2-46D1-BE2B-1B93775D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154847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BB774-E4CD-4336-A08A-466BBCB1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230958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0F5FB-86A8-4D04-B2E2-9D19CCB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Resource Saver 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33A76-4DD8-4E7A-9831-046DF78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4c3504d37490e"/>
          <a:stretch xmlns:a="http://schemas.openxmlformats.org/drawingml/2006/main"/>
        </p:blipFill>
        <p:spPr>
          <a:xfrm xmlns:a="http://schemas.openxmlformats.org/drawingml/2006/main">
            <a:off x="1993294" y="952500"/>
            <a:ext cx="82054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4A9FF-943C-45C1-93C9-BC04947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Resource Saver 不等於故障；Docker 閒置時會降低資源使用。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3560A-72FD-41B5-9F72-39F6C664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155955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25A64-945F-4569-A56C-5781E67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500997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0C1ED-A742-475D-A2F2-4AA4D7CE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進入第 03 單元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50352-A729-426D-BA23-B95002AF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29/49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D6D12-823A-4BA0-B447-F9C409C3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開啟「03-啟動-Ollama-與-Open-WebUI」資料夾。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67dbbfe7c49ba"/>
          <a:stretch xmlns:a="http://schemas.openxmlformats.org/drawingml/2006/main"/>
        </p:blipFill>
        <p:spPr>
          <a:xfrm xmlns:a="http://schemas.openxmlformats.org/drawingml/2006/main">
            <a:off x="457200" y="2379180"/>
            <a:ext cx="11277600" cy="24044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DB2AC-BE1D-43EF-93D8-1EC831AD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69A8E-F66D-4B77-A079-BEA9BEDA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882235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B7312-F5EF-476D-AAC0-76A0BA1F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認識第 03 單元檔案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69E27-5F10-4376-B0B6-B9F154C2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30/49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E3456-A860-4D6E-B22A-6AD073AC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03_compose.yaml 定義服務；03_service-control 是操作入口。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90996521c456f"/>
          <a:stretch xmlns:a="http://schemas.openxmlformats.org/drawingml/2006/main"/>
        </p:blipFill>
        <p:spPr>
          <a:xfrm xmlns:a="http://schemas.openxmlformats.org/drawingml/2006/main">
            <a:off x="457200" y="2135554"/>
            <a:ext cx="11277600" cy="28916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810F7-0101-4D06-803E-38F382A0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F9B54-E139-4DC9-A065-04F9E2C5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56240754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46FBE-F0CA-4151-AFB2-2F2D1EA6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啟動本機 AI 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B5E0A-11DB-49FE-B0E5-E94F321E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aff2fdc82485a"/>
          <a:stretch xmlns:a="http://schemas.openxmlformats.org/drawingml/2006/main"/>
        </p:blipFill>
        <p:spPr>
          <a:xfrm xmlns:a="http://schemas.openxmlformats.org/drawingml/2006/main">
            <a:off x="2207032" y="952500"/>
            <a:ext cx="777793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14A73-84D2-46B6-8F34-A0477FAC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按兩下服務控制程式，輸入 1 啟動 Ollama 與 Open WebUI。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6D324-D234-49DA-B5F4-3F468E7C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4EC97-462E-4B4A-BF86-095E4401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2085089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26469-58DB-4AF7-9B08-B26EF69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第一次啟動需要等待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7131E-B3C5-4433-8F53-154B758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ff1e3bbaa4fc4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F7F23-C607-47E1-B101-09F9106A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系統會下載容器映像；時間依網路速度而定，視窗保持開啟。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B910B-C785-4548-A4F9-3E16E087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27D96-136F-451F-A71D-0BDD46C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4147887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C061D-1EB7-4DF3-AA5B-E31EE682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確認服務啟動成功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5307B-9F44-4D84-891E-85798CB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887c08a9f425e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2A0CB-AF89-40CC-9631-6FF63AA6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Services started successfully，再開啟 http://localhost:3000。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59458-126C-428A-B7DF-8ADCD7F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174828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0CD03-49F1-48E8-898F-090F5F7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79217226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D84EB-B455-428E-95D5-149052E1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42BE3-EE96-4412-BC2B-B5369C7F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bd2306d624b43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29B2A-4824-4129-8E94-007DF536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在瀏覽器輸入 localhost:3000，按「開始使用」。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FE7AD-EA3B-487D-B155-6E1EAA65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174840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5E4F5-2CB0-4C3D-AAF0-A2EF25EE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6439638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3EF67-8F35-4C08-B699-4A64DFE2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建立第一個管理員帳號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93639-87C8-4AC6-B0CE-E64D3ACE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fd590014f490b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BD6B7-32F0-4517-9600-5225DA45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第一個註冊帳號會成為管理員；Email 可使用課堂示範格式。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FA449-9B05-4B64-A83A-B2061BF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175050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55852-D8AA-416C-B7F6-7BF11338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5664200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D7425-A73B-47A1-B48F-C895D44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B84F0-73E3-4D3C-895A-B965524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be9de6a9f46b9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B9A5A-2029-4EC9-BC00-739691C7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關閉版本資訊視窗，回到主畫面。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9A364-7B72-494A-B733-9CCC8814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1AA4B-F147-4959-8950-070284F6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0282028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DF3F5-048B-43E5-87AB-3A7EDE81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尚未安裝可用模型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548A7-8C54-4862-92C2-12F33E9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b4cae0f0344ef"/>
          <a:stretch xmlns:a="http://schemas.openxmlformats.org/drawingml/2006/main"/>
        </p:blipFill>
        <p:spPr>
          <a:xfrm xmlns:a="http://schemas.openxmlformats.org/drawingml/2006/main">
            <a:off x="639056" y="952500"/>
            <a:ext cx="1091388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26C37-113F-47C1-B84C-82FDCF32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模型選單顯示暫無可用模型，下一步到設定下載。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7B616-0606-4B35-8AE4-1EFC78B9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A8D55-B79F-4D1E-9017-8ED49C25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7588387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5B0A7-81D5-437B-9F12-9F2C5661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開啟個人與管理設定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F38D5-FEB0-4ADA-A667-42248A17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8b6472d6a4afb"/>
          <a:stretch xmlns:a="http://schemas.openxmlformats.org/drawingml/2006/main"/>
        </p:blipFill>
        <p:spPr>
          <a:xfrm xmlns:a="http://schemas.openxmlformats.org/drawingml/2006/main">
            <a:off x="587658" y="952500"/>
            <a:ext cx="1101668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104C0-212C-4A18-B99A-0BEEBC4D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按左下角帳號名稱，進入設定與管理介面。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A7598-C377-4712-9DB3-414D8B9F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6E548-CD51-4216-8A4E-3697C369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83945551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C874A-29E7-4EBC-8FB3-3CC34DC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進入模型設定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507FF-FDDD-4F2B-9D28-E5239872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c9638e94c4072"/>
          <a:stretch xmlns:a="http://schemas.openxmlformats.org/drawingml/2006/main"/>
        </p:blipFill>
        <p:spPr>
          <a:xfrm xmlns:a="http://schemas.openxmlformats.org/drawingml/2006/main">
            <a:off x="1870105" y="952500"/>
            <a:ext cx="8451789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21D4A-7621-481C-BD26-7F3AC53E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管理員面板左側選「模型」。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3203B-8392-4297-9F90-CFD9BC9E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175413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0B3A7-E907-4753-BE1B-C3DD1383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709434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44D86-0929-4E26-A763-B73D1CA2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Ollama 模型管理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121FC-49E0-45CD-9911-11104C1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56f0950ab432f"/>
          <a:stretch xmlns:a="http://schemas.openxmlformats.org/drawingml/2006/main"/>
        </p:blipFill>
        <p:spPr>
          <a:xfrm xmlns:a="http://schemas.openxmlformats.org/drawingml/2006/main">
            <a:off x="457200" y="1191097"/>
            <a:ext cx="11277600" cy="438055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80A7F-1764-40D7-B4D4-263BC014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右上角依序選「動作」→「管理」。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CCE7F-A145-4312-991B-006416A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175539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85777-1253-4BFC-B146-60C367E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58014612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4DA7E-B76A-4F93-93F0-F01F410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輸入模型標籤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C1F36-529F-4370-A540-110BAE0A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7800914254609"/>
          <a:stretch xmlns:a="http://schemas.openxmlformats.org/drawingml/2006/main"/>
        </p:blipFill>
        <p:spPr>
          <a:xfrm xmlns:a="http://schemas.openxmlformats.org/drawingml/2006/main">
            <a:off x="2270367" y="952500"/>
            <a:ext cx="765126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F6B12-E60E-44B5-B651-6C7208F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Ollama.com 下載欄輸入 gemma3:4b，按下載。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74145-CFF6-4766-AB4F-9DC8E304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175557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3974A-51B5-4598-B4A2-C40F1661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18639493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C2652-A959-473A-92E4-AF53DD41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模型下載已開始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E7911-D94F-4794-9516-66F248D1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42/49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3A59C-891A-4FB5-8FF7-BF52694E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出現模型名稱與進度條後，保持頁面與服務運作。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0155767f44657"/>
          <a:stretch xmlns:a="http://schemas.openxmlformats.org/drawingml/2006/main"/>
        </p:blipFill>
        <p:spPr>
          <a:xfrm xmlns:a="http://schemas.openxmlformats.org/drawingml/2006/main">
            <a:off x="1318260" y="1866900"/>
            <a:ext cx="955548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082D1-F753-4563-A090-48659BF1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175608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B94A9-06E1-45E7-9F01-E7FB5B1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0244709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6FBFE-080B-4AC0-A6ED-AACB1C2C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等待大型模型下載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C1F42-D122-4B57-8C66-B046415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43/49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F2A47-6958-4E40-AD39-19018770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下載可能需較長時間；百分比持續上升即可。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df4f892de4a96"/>
          <a:stretch xmlns:a="http://schemas.openxmlformats.org/drawingml/2006/main"/>
        </p:blipFill>
        <p:spPr>
          <a:xfrm xmlns:a="http://schemas.openxmlformats.org/drawingml/2006/main">
            <a:off x="1025285" y="1866900"/>
            <a:ext cx="1014142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A30AC-91A7-4A89-9404-5656838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5A161-6C76-4E5E-B34B-F63D222A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26046382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CE339-5D24-47C5-9E44-07144188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89C86-36F4-4C18-9013-B88A70EB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44/49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E30F2-8130-477E-BF9C-610502E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進度到 100% 後，等待模型出現在清單。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8bd9df9e84196"/>
          <a:stretch xmlns:a="http://schemas.openxmlformats.org/drawingml/2006/main"/>
        </p:blipFill>
        <p:spPr>
          <a:xfrm xmlns:a="http://schemas.openxmlformats.org/drawingml/2006/main">
            <a:off x="1002196" y="1866900"/>
            <a:ext cx="1018760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612ED-8283-46D1-BC58-E57E5322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183355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9F64B-8D45-4306-818C-2C1FBC2F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712059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99DF9-FCAB-48F0-A773-1CA6800E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確認模型已加入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53F9F-F448-4F32-A654-CEC51F2B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9228bb5ae4169"/>
          <a:stretch xmlns:a="http://schemas.openxmlformats.org/drawingml/2006/main"/>
        </p:blipFill>
        <p:spPr>
          <a:xfrm xmlns:a="http://schemas.openxmlformats.org/drawingml/2006/main">
            <a:off x="1683694" y="952500"/>
            <a:ext cx="882461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901D1-F210-4061-AE7F-266CD78A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模型清單出現 gemma3:4b，且右側開關已啟用。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9ADF2-D49C-4096-B14A-11C7D494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29F51-B206-426E-91D5-1816DE16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0003802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1340D-13C2-4E2F-8D3A-B6B755F5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隱藏 Arena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9D80E-3104-4FDA-9635-5E0F3EAE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5780bb3404c1d"/>
          <a:stretch xmlns:a="http://schemas.openxmlformats.org/drawingml/2006/main"/>
        </p:blipFill>
        <p:spPr>
          <a:xfrm xmlns:a="http://schemas.openxmlformats.org/drawingml/2006/main">
            <a:off x="457200" y="964746"/>
            <a:ext cx="11277600" cy="48332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48762-4B3F-48EE-97CB-B75A4091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若不需要 Arena Model，可關閉右側開關，讓選單更單純。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830AC-5293-48E3-B369-1F89A354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EC8A4-3DA6-41C8-AFD4-2C5D905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02729123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91D99-F171-457E-8798-875C972F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保留模型基本功能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06542-D67F-4EE8-A88A-245E7A19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8562224d7450f"/>
          <a:stretch xmlns:a="http://schemas.openxmlformats.org/drawingml/2006/main"/>
        </p:blipFill>
        <p:spPr>
          <a:xfrm xmlns:a="http://schemas.openxmlformats.org/drawingml/2006/main">
            <a:off x="1916686" y="952500"/>
            <a:ext cx="835862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1C17C-D1DF-4BA1-A9DC-A6569BE3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初次使用可維持預設功能，再按「儲存並更新」。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F76F7-4086-42A2-895A-3C8B4C5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C1540-11E7-498B-ADDF-F8F58C59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9612861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A5737-BE89-4795-BAB8-2B9CC9D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 gemma3:4b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3505C-805A-4CDB-98A5-B9A06028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48/49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42805-94AA-4012-938B-C73C747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回到對話首頁，從模型選單選 gemma3:4b。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b6587e4364089"/>
          <a:stretch xmlns:a="http://schemas.openxmlformats.org/drawingml/2006/main"/>
        </p:blipFill>
        <p:spPr>
          <a:xfrm xmlns:a="http://schemas.openxmlformats.org/drawingml/2006/main">
            <a:off x="1169334" y="1866900"/>
            <a:ext cx="9853332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79CE2-B8CB-4837-BB07-8C79A9CF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183522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0E080-2EFF-4FF6-9D9B-95778A0E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9374736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9D73A-BAF3-4AE2-914D-814F627F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完成第一次本機對話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28DD9-876C-48C7-9C6D-0C300F83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8c047068145b9"/>
          <a:stretch xmlns:a="http://schemas.openxmlformats.org/drawingml/2006/main"/>
        </p:blipFill>
        <p:spPr>
          <a:xfrm xmlns:a="http://schemas.openxmlformats.org/drawingml/2006/main">
            <a:off x="1803442" y="952500"/>
            <a:ext cx="858511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F3F5E-933A-46D5-952E-8E64FF4C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輸入簡單測試句並確認模型能回覆；語言風格可用系統提示詞再調整。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3AE85-BE7A-4171-B7B2-4EFE25C9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184259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E73E6-1E46-47B0-AC37-287FD438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20358552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128EF-E70B-4ADF-BBD8-70724E59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做到這裡，就完成了本機 AI 基礎環境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0223B-A2E7-42C1-B2BE-7FEDB25C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→ Ollama → Open WebUI → gemma3:4b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5BBF0-E09C-4DE2-A502-95738BE1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Docker Engine 正常執行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服務可從 localhost:3000 開啟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gemma3:4b 已下載並能產生回覆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9B2E0-0477-44E9-BE8B-A58CF8B9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下一步：固定繁體中文回答，再加入自己的教材與知識庫。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A176D-3274-40A2-A300-7496FEC6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F3E47-5288-415A-BD1F-AF5136C2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7076989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2026-09-15T01:26:37.0920000Z</dcterms:created>
  <dcterms:modified xsi:type="dcterms:W3CDTF">2026-09-15T01:26:37.0920000Z</dcterms:modified>
</coreProperties>
</file>