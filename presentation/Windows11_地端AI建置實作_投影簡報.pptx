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f02c6a5a8e4c74" /><Relationship Type="http://schemas.openxmlformats.org/officeDocument/2006/relationships/extended-properties" Target="/docProps/app.xml" Id="R09cc26002fc6420e" /><Relationship Type="http://schemas.openxmlformats.org/officeDocument/2006/relationships/officeDocument" Target="/ppt/presentation.xml" Id="R2ef1c3a643cd479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a30cd79b4104b59"/>
  </p:sldMasterIdLst>
  <p:notesMasterIdLst>
    <p:notesMasterId xmlns:r="http://schemas.openxmlformats.org/officeDocument/2006/relationships" r:id="R0c9865b38e0a4a77"/>
  </p:notesMasterIdLst>
  <p:sldIdLst>
    <p:sldId xmlns:r="http://schemas.openxmlformats.org/officeDocument/2006/relationships" id="256" r:id="R28e6ea8b056a4323"/>
    <p:sldId xmlns:r="http://schemas.openxmlformats.org/officeDocument/2006/relationships" id="257" r:id="R70d29d9f9a2946de"/>
    <p:sldId xmlns:r="http://schemas.openxmlformats.org/officeDocument/2006/relationships" id="258" r:id="R6ddd548240ec4873"/>
    <p:sldId xmlns:r="http://schemas.openxmlformats.org/officeDocument/2006/relationships" id="259" r:id="Rcd84bd695a1a40c8"/>
    <p:sldId xmlns:r="http://schemas.openxmlformats.org/officeDocument/2006/relationships" id="260" r:id="R9144dd7f0e0f4f88"/>
    <p:sldId xmlns:r="http://schemas.openxmlformats.org/officeDocument/2006/relationships" id="261" r:id="R608a3d90aad942d9"/>
    <p:sldId xmlns:r="http://schemas.openxmlformats.org/officeDocument/2006/relationships" id="262" r:id="Rcb2fb9335a4c43a9"/>
    <p:sldId xmlns:r="http://schemas.openxmlformats.org/officeDocument/2006/relationships" id="263" r:id="Rf16d63e7ccdf4dc4"/>
    <p:sldId xmlns:r="http://schemas.openxmlformats.org/officeDocument/2006/relationships" id="264" r:id="Rd721c4c2220d4176"/>
    <p:sldId xmlns:r="http://schemas.openxmlformats.org/officeDocument/2006/relationships" id="265" r:id="R98923b6af4a14577"/>
    <p:sldId xmlns:r="http://schemas.openxmlformats.org/officeDocument/2006/relationships" id="266" r:id="Raf6a9f23ac2c4c07"/>
    <p:sldId xmlns:r="http://schemas.openxmlformats.org/officeDocument/2006/relationships" id="267" r:id="R4f82e070314e40f6"/>
    <p:sldId xmlns:r="http://schemas.openxmlformats.org/officeDocument/2006/relationships" id="268" r:id="Rfd97a06014164b91"/>
    <p:sldId xmlns:r="http://schemas.openxmlformats.org/officeDocument/2006/relationships" id="269" r:id="R8df1da1ccb49482e"/>
    <p:sldId xmlns:r="http://schemas.openxmlformats.org/officeDocument/2006/relationships" id="270" r:id="Re8097739a631471c"/>
    <p:sldId xmlns:r="http://schemas.openxmlformats.org/officeDocument/2006/relationships" id="271" r:id="Re02ca1f13fde4a87"/>
    <p:sldId xmlns:r="http://schemas.openxmlformats.org/officeDocument/2006/relationships" id="272" r:id="R80becad3c9834458"/>
    <p:sldId xmlns:r="http://schemas.openxmlformats.org/officeDocument/2006/relationships" id="273" r:id="R5c78f2cd3d1d4ea8"/>
    <p:sldId xmlns:r="http://schemas.openxmlformats.org/officeDocument/2006/relationships" id="274" r:id="R9ac2bf7ec3584926"/>
    <p:sldId xmlns:r="http://schemas.openxmlformats.org/officeDocument/2006/relationships" id="275" r:id="R889cc35f138240ca"/>
    <p:sldId xmlns:r="http://schemas.openxmlformats.org/officeDocument/2006/relationships" id="276" r:id="R0945ea92094f4aa2"/>
    <p:sldId xmlns:r="http://schemas.openxmlformats.org/officeDocument/2006/relationships" id="277" r:id="R9342c7ac544b4776"/>
    <p:sldId xmlns:r="http://schemas.openxmlformats.org/officeDocument/2006/relationships" id="278" r:id="R6170919ff3774375"/>
    <p:sldId xmlns:r="http://schemas.openxmlformats.org/officeDocument/2006/relationships" id="279" r:id="R73a197fff3514dc9"/>
    <p:sldId xmlns:r="http://schemas.openxmlformats.org/officeDocument/2006/relationships" id="280" r:id="R40efdcfbe7774d34"/>
    <p:sldId xmlns:r="http://schemas.openxmlformats.org/officeDocument/2006/relationships" id="281" r:id="R4de364bc4c6d49e0"/>
    <p:sldId xmlns:r="http://schemas.openxmlformats.org/officeDocument/2006/relationships" id="282" r:id="R6cc6ff4c0be64be0"/>
    <p:sldId xmlns:r="http://schemas.openxmlformats.org/officeDocument/2006/relationships" id="283" r:id="R064afa886db248ba"/>
    <p:sldId xmlns:r="http://schemas.openxmlformats.org/officeDocument/2006/relationships" id="284" r:id="Rcbbe293e6999410f"/>
    <p:sldId xmlns:r="http://schemas.openxmlformats.org/officeDocument/2006/relationships" id="285" r:id="R7e47b433feb74728"/>
    <p:sldId xmlns:r="http://schemas.openxmlformats.org/officeDocument/2006/relationships" id="286" r:id="Rc8b9419acc874996"/>
    <p:sldId xmlns:r="http://schemas.openxmlformats.org/officeDocument/2006/relationships" id="287" r:id="R2ac47ef132864a1a"/>
    <p:sldId xmlns:r="http://schemas.openxmlformats.org/officeDocument/2006/relationships" id="288" r:id="Rbaa25908cef44bec"/>
    <p:sldId xmlns:r="http://schemas.openxmlformats.org/officeDocument/2006/relationships" id="289" r:id="R7078573a77f64336"/>
    <p:sldId xmlns:r="http://schemas.openxmlformats.org/officeDocument/2006/relationships" id="290" r:id="Rdb0d3a35121544a2"/>
    <p:sldId xmlns:r="http://schemas.openxmlformats.org/officeDocument/2006/relationships" id="291" r:id="Rc4459bf2e6f74895"/>
    <p:sldId xmlns:r="http://schemas.openxmlformats.org/officeDocument/2006/relationships" id="292" r:id="R92375faed78a4508"/>
    <p:sldId xmlns:r="http://schemas.openxmlformats.org/officeDocument/2006/relationships" id="293" r:id="Rcf6dbf649b8643c5"/>
    <p:sldId xmlns:r="http://schemas.openxmlformats.org/officeDocument/2006/relationships" id="294" r:id="R3ff68cadaa774a28"/>
    <p:sldId xmlns:r="http://schemas.openxmlformats.org/officeDocument/2006/relationships" id="295" r:id="R25fe093911e8433c"/>
    <p:sldId xmlns:r="http://schemas.openxmlformats.org/officeDocument/2006/relationships" id="296" r:id="Ra7ba2d969b524caa"/>
    <p:sldId xmlns:r="http://schemas.openxmlformats.org/officeDocument/2006/relationships" id="297" r:id="Rab245efa656549e4"/>
    <p:sldId xmlns:r="http://schemas.openxmlformats.org/officeDocument/2006/relationships" id="298" r:id="R75d79200b7c2425b"/>
    <p:sldId xmlns:r="http://schemas.openxmlformats.org/officeDocument/2006/relationships" id="299" r:id="R9021a40580dd4fe9"/>
    <p:sldId xmlns:r="http://schemas.openxmlformats.org/officeDocument/2006/relationships" id="300" r:id="Re34df9f203d142f9"/>
    <p:sldId xmlns:r="http://schemas.openxmlformats.org/officeDocument/2006/relationships" id="301" r:id="R2fdfb22375f7413f"/>
    <p:sldId xmlns:r="http://schemas.openxmlformats.org/officeDocument/2006/relationships" id="302" r:id="Rf46847fdacd74995"/>
    <p:sldId xmlns:r="http://schemas.openxmlformats.org/officeDocument/2006/relationships" id="303" r:id="R74bb0320d31f41a9"/>
    <p:sldId xmlns:r="http://schemas.openxmlformats.org/officeDocument/2006/relationships" id="304" r:id="R90695d5b23474813"/>
    <p:sldId xmlns:r="http://schemas.openxmlformats.org/officeDocument/2006/relationships" id="305" r:id="Rba84149774b94391"/>
    <p:sldId xmlns:r="http://schemas.openxmlformats.org/officeDocument/2006/relationships" id="306" r:id="Rc57c8144d2b24cc7"/>
    <p:sldId xmlns:r="http://schemas.openxmlformats.org/officeDocument/2006/relationships" id="307" r:id="R334a9d5c57fe4b26"/>
    <p:sldId xmlns:r="http://schemas.openxmlformats.org/officeDocument/2006/relationships" id="308" r:id="R9ff433a9efc74adb"/>
    <p:sldId xmlns:r="http://schemas.openxmlformats.org/officeDocument/2006/relationships" id="309" r:id="Re10dae3c4dd440d8"/>
    <p:sldId xmlns:r="http://schemas.openxmlformats.org/officeDocument/2006/relationships" id="310" r:id="R6ffd510c1e4f4a18"/>
    <p:sldId xmlns:r="http://schemas.openxmlformats.org/officeDocument/2006/relationships" id="311" r:id="R32126b76d5444fc5"/>
  </p:sldIdLst>
  <p:sldSz cx="12192000" cy="6858000"/>
  <p:notesSz cx="6858000" cy="9144000"/>
  <p:embeddedFontLst>
    <p:embeddedFont>
      <p:font typeface="Lora"/>
      <p:regular xmlns:r="http://schemas.openxmlformats.org/officeDocument/2006/relationships" r:id="Rad2b47b47f8b4c09"/>
      <p:bold xmlns:r="http://schemas.openxmlformats.org/officeDocument/2006/relationships" r:id="R660b46c365c34e0d"/>
      <p:italic xmlns:r="http://schemas.openxmlformats.org/officeDocument/2006/relationships" r:id="Rfb56b0812f2840a1"/>
      <p:boldItalic xmlns:r="http://schemas.openxmlformats.org/officeDocument/2006/relationships" r:id="Rf36bfe45e4b74d6b"/>
    </p:embeddedFont>
    <p:embeddedFont>
      <p:font typeface="OpenAI Sans"/>
      <p:regular xmlns:r="http://schemas.openxmlformats.org/officeDocument/2006/relationships" r:id="R2e863847614844a9"/>
      <p:bold xmlns:r="http://schemas.openxmlformats.org/officeDocument/2006/relationships" r:id="Rc66c76df63bf44c4"/>
      <p:italic xmlns:r="http://schemas.openxmlformats.org/officeDocument/2006/relationships" r:id="R857932bfcf134781"/>
      <p:boldItalic xmlns:r="http://schemas.openxmlformats.org/officeDocument/2006/relationships" r:id="Rbfef21dcdc074001"/>
    </p:embeddedFont>
    <p:embeddedFont>
      <p:font typeface="Roboto"/>
      <p:regular xmlns:r="http://schemas.openxmlformats.org/officeDocument/2006/relationships" r:id="R37ccca3891c94656"/>
      <p:bold xmlns:r="http://schemas.openxmlformats.org/officeDocument/2006/relationships" r:id="Rd170b5c2db41419a"/>
      <p:italic xmlns:r="http://schemas.openxmlformats.org/officeDocument/2006/relationships" r:id="R855427a13edc4590"/>
      <p:boldItalic xmlns:r="http://schemas.openxmlformats.org/officeDocument/2006/relationships" r:id="Rd87d04cf8673460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b3d6e722854d1b" /><Relationship Type="http://schemas.openxmlformats.org/officeDocument/2006/relationships/slideMaster" Target="/ppt/slideMasters/slideMaster1.xml" Id="Raa30cd79b4104b59" /><Relationship Type="http://schemas.openxmlformats.org/officeDocument/2006/relationships/notesMaster" Target="/ppt/notesMasters/notesMaster1.xml" Id="R0c9865b38e0a4a77" /><Relationship Type="http://schemas.openxmlformats.org/officeDocument/2006/relationships/presProps" Target="/ppt/presProps.xml" Id="Re709730584ce4273" /><Relationship Type="http://schemas.openxmlformats.org/officeDocument/2006/relationships/viewProps" Target="/ppt/viewProps.xml" Id="R5338a1a7a5ab4c75" /><Relationship Type="http://schemas.openxmlformats.org/officeDocument/2006/relationships/tableStyles" Target="/ppt/tableStyles.xml" Id="R566b5296b54e48cc" /><Relationship Type="http://schemas.openxmlformats.org/officeDocument/2006/relationships/font" Target="/ppt/fonts/font.dat" Id="Rad2b47b47f8b4c09" /><Relationship Type="http://schemas.openxmlformats.org/officeDocument/2006/relationships/font" Target="/ppt/fonts/font2.dat" Id="R660b46c365c34e0d" /><Relationship Type="http://schemas.openxmlformats.org/officeDocument/2006/relationships/font" Target="/ppt/fonts/font3.dat" Id="Rfb56b0812f2840a1" /><Relationship Type="http://schemas.openxmlformats.org/officeDocument/2006/relationships/font" Target="/ppt/fonts/font4.dat" Id="Rf36bfe45e4b74d6b" /><Relationship Type="http://schemas.openxmlformats.org/officeDocument/2006/relationships/font" Target="/ppt/fonts/font5.dat" Id="R2e863847614844a9" /><Relationship Type="http://schemas.openxmlformats.org/officeDocument/2006/relationships/font" Target="/ppt/fonts/font6.dat" Id="Rc66c76df63bf44c4" /><Relationship Type="http://schemas.openxmlformats.org/officeDocument/2006/relationships/font" Target="/ppt/fonts/font7.dat" Id="R857932bfcf134781" /><Relationship Type="http://schemas.openxmlformats.org/officeDocument/2006/relationships/font" Target="/ppt/fonts/font8.dat" Id="Rbfef21dcdc074001" /><Relationship Type="http://schemas.openxmlformats.org/officeDocument/2006/relationships/font" Target="/ppt/fonts/font9.dat" Id="R37ccca3891c94656" /><Relationship Type="http://schemas.openxmlformats.org/officeDocument/2006/relationships/font" Target="/ppt/fonts/font10.dat" Id="Rd170b5c2db41419a" /><Relationship Type="http://schemas.openxmlformats.org/officeDocument/2006/relationships/font" Target="/ppt/fonts/font11.dat" Id="R855427a13edc4590" /><Relationship Type="http://schemas.openxmlformats.org/officeDocument/2006/relationships/font" Target="/ppt/fonts/font12.dat" Id="Rd87d04cf8673460f" /><Relationship Type="http://schemas.openxmlformats.org/officeDocument/2006/relationships/slide" Target="/ppt/slides/slide1.xml" Id="R28e6ea8b056a4323" /><Relationship Type="http://schemas.openxmlformats.org/officeDocument/2006/relationships/slide" Target="/ppt/slides/slide2.xml" Id="R70d29d9f9a2946de" /><Relationship Type="http://schemas.openxmlformats.org/officeDocument/2006/relationships/slide" Target="/ppt/slides/slide3.xml" Id="R6ddd548240ec4873" /><Relationship Type="http://schemas.openxmlformats.org/officeDocument/2006/relationships/slide" Target="/ppt/slides/slide4.xml" Id="Rcd84bd695a1a40c8" /><Relationship Type="http://schemas.openxmlformats.org/officeDocument/2006/relationships/slide" Target="/ppt/slides/slide5.xml" Id="R9144dd7f0e0f4f88" /><Relationship Type="http://schemas.openxmlformats.org/officeDocument/2006/relationships/slide" Target="/ppt/slides/slide6.xml" Id="R608a3d90aad942d9" /><Relationship Type="http://schemas.openxmlformats.org/officeDocument/2006/relationships/slide" Target="/ppt/slides/slide7.xml" Id="Rcb2fb9335a4c43a9" /><Relationship Type="http://schemas.openxmlformats.org/officeDocument/2006/relationships/slide" Target="/ppt/slides/slide8.xml" Id="Rf16d63e7ccdf4dc4" /><Relationship Type="http://schemas.openxmlformats.org/officeDocument/2006/relationships/slide" Target="/ppt/slides/slide9.xml" Id="Rd721c4c2220d4176" /><Relationship Type="http://schemas.openxmlformats.org/officeDocument/2006/relationships/slide" Target="/ppt/slides/slide10.xml" Id="R98923b6af4a14577" /><Relationship Type="http://schemas.openxmlformats.org/officeDocument/2006/relationships/slide" Target="/ppt/slides/slide11.xml" Id="Raf6a9f23ac2c4c07" /><Relationship Type="http://schemas.openxmlformats.org/officeDocument/2006/relationships/slide" Target="/ppt/slides/slide12.xml" Id="R4f82e070314e40f6" /><Relationship Type="http://schemas.openxmlformats.org/officeDocument/2006/relationships/slide" Target="/ppt/slides/slide13.xml" Id="Rfd97a06014164b91" /><Relationship Type="http://schemas.openxmlformats.org/officeDocument/2006/relationships/slide" Target="/ppt/slides/slide14.xml" Id="R8df1da1ccb49482e" /><Relationship Type="http://schemas.openxmlformats.org/officeDocument/2006/relationships/slide" Target="/ppt/slides/slide15.xml" Id="Re8097739a631471c" /><Relationship Type="http://schemas.openxmlformats.org/officeDocument/2006/relationships/slide" Target="/ppt/slides/slide16.xml" Id="Re02ca1f13fde4a87" /><Relationship Type="http://schemas.openxmlformats.org/officeDocument/2006/relationships/slide" Target="/ppt/slides/slide17.xml" Id="R80becad3c9834458" /><Relationship Type="http://schemas.openxmlformats.org/officeDocument/2006/relationships/slide" Target="/ppt/slides/slide18.xml" Id="R5c78f2cd3d1d4ea8" /><Relationship Type="http://schemas.openxmlformats.org/officeDocument/2006/relationships/slide" Target="/ppt/slides/slide19.xml" Id="R9ac2bf7ec3584926" /><Relationship Type="http://schemas.openxmlformats.org/officeDocument/2006/relationships/slide" Target="/ppt/slides/slide20.xml" Id="R889cc35f138240ca" /><Relationship Type="http://schemas.openxmlformats.org/officeDocument/2006/relationships/slide" Target="/ppt/slides/slide21.xml" Id="R0945ea92094f4aa2" /><Relationship Type="http://schemas.openxmlformats.org/officeDocument/2006/relationships/slide" Target="/ppt/slides/slide22.xml" Id="R9342c7ac544b4776" /><Relationship Type="http://schemas.openxmlformats.org/officeDocument/2006/relationships/slide" Target="/ppt/slides/slide23.xml" Id="R6170919ff3774375" /><Relationship Type="http://schemas.openxmlformats.org/officeDocument/2006/relationships/slide" Target="/ppt/slides/slide24.xml" Id="R73a197fff3514dc9" /><Relationship Type="http://schemas.openxmlformats.org/officeDocument/2006/relationships/slide" Target="/ppt/slides/slide25.xml" Id="R40efdcfbe7774d34" /><Relationship Type="http://schemas.openxmlformats.org/officeDocument/2006/relationships/slide" Target="/ppt/slides/slide26.xml" Id="R4de364bc4c6d49e0" /><Relationship Type="http://schemas.openxmlformats.org/officeDocument/2006/relationships/slide" Target="/ppt/slides/slide27.xml" Id="R6cc6ff4c0be64be0" /><Relationship Type="http://schemas.openxmlformats.org/officeDocument/2006/relationships/slide" Target="/ppt/slides/slide28.xml" Id="R064afa886db248ba" /><Relationship Type="http://schemas.openxmlformats.org/officeDocument/2006/relationships/slide" Target="/ppt/slides/slide29.xml" Id="Rcbbe293e6999410f" /><Relationship Type="http://schemas.openxmlformats.org/officeDocument/2006/relationships/slide" Target="/ppt/slides/slide30.xml" Id="R7e47b433feb74728" /><Relationship Type="http://schemas.openxmlformats.org/officeDocument/2006/relationships/slide" Target="/ppt/slides/slide31.xml" Id="Rc8b9419acc874996" /><Relationship Type="http://schemas.openxmlformats.org/officeDocument/2006/relationships/slide" Target="/ppt/slides/slide32.xml" Id="R2ac47ef132864a1a" /><Relationship Type="http://schemas.openxmlformats.org/officeDocument/2006/relationships/slide" Target="/ppt/slides/slide33.xml" Id="Rbaa25908cef44bec" /><Relationship Type="http://schemas.openxmlformats.org/officeDocument/2006/relationships/slide" Target="/ppt/slides/slide34.xml" Id="R7078573a77f64336" /><Relationship Type="http://schemas.openxmlformats.org/officeDocument/2006/relationships/slide" Target="/ppt/slides/slide35.xml" Id="Rdb0d3a35121544a2" /><Relationship Type="http://schemas.openxmlformats.org/officeDocument/2006/relationships/slide" Target="/ppt/slides/slide36.xml" Id="Rc4459bf2e6f74895" /><Relationship Type="http://schemas.openxmlformats.org/officeDocument/2006/relationships/slide" Target="/ppt/slides/slide37.xml" Id="R92375faed78a4508" /><Relationship Type="http://schemas.openxmlformats.org/officeDocument/2006/relationships/slide" Target="/ppt/slides/slide38.xml" Id="Rcf6dbf649b8643c5" /><Relationship Type="http://schemas.openxmlformats.org/officeDocument/2006/relationships/slide" Target="/ppt/slides/slide39.xml" Id="R3ff68cadaa774a28" /><Relationship Type="http://schemas.openxmlformats.org/officeDocument/2006/relationships/slide" Target="/ppt/slides/slide40.xml" Id="R25fe093911e8433c" /><Relationship Type="http://schemas.openxmlformats.org/officeDocument/2006/relationships/slide" Target="/ppt/slides/slide41.xml" Id="Ra7ba2d969b524caa" /><Relationship Type="http://schemas.openxmlformats.org/officeDocument/2006/relationships/slide" Target="/ppt/slides/slide42.xml" Id="Rab245efa656549e4" /><Relationship Type="http://schemas.openxmlformats.org/officeDocument/2006/relationships/slide" Target="/ppt/slides/slide43.xml" Id="R75d79200b7c2425b" /><Relationship Type="http://schemas.openxmlformats.org/officeDocument/2006/relationships/slide" Target="/ppt/slides/slide44.xml" Id="R9021a40580dd4fe9" /><Relationship Type="http://schemas.openxmlformats.org/officeDocument/2006/relationships/slide" Target="/ppt/slides/slide45.xml" Id="Re34df9f203d142f9" /><Relationship Type="http://schemas.openxmlformats.org/officeDocument/2006/relationships/slide" Target="/ppt/slides/slide46.xml" Id="R2fdfb22375f7413f" /><Relationship Type="http://schemas.openxmlformats.org/officeDocument/2006/relationships/slide" Target="/ppt/slides/slide47.xml" Id="Rf46847fdacd74995" /><Relationship Type="http://schemas.openxmlformats.org/officeDocument/2006/relationships/slide" Target="/ppt/slides/slide48.xml" Id="R74bb0320d31f41a9" /><Relationship Type="http://schemas.openxmlformats.org/officeDocument/2006/relationships/slide" Target="/ppt/slides/slide49.xml" Id="R90695d5b23474813" /><Relationship Type="http://schemas.openxmlformats.org/officeDocument/2006/relationships/slide" Target="/ppt/slides/slide50.xml" Id="Rba84149774b94391" /><Relationship Type="http://schemas.openxmlformats.org/officeDocument/2006/relationships/slide" Target="/ppt/slides/slide51.xml" Id="Rc57c8144d2b24cc7" /><Relationship Type="http://schemas.openxmlformats.org/officeDocument/2006/relationships/slide" Target="/ppt/slides/slide52.xml" Id="R334a9d5c57fe4b26" /><Relationship Type="http://schemas.openxmlformats.org/officeDocument/2006/relationships/slide" Target="/ppt/slides/slide53.xml" Id="R9ff433a9efc74adb" /><Relationship Type="http://schemas.openxmlformats.org/officeDocument/2006/relationships/slide" Target="/ppt/slides/slide54.xml" Id="Re10dae3c4dd440d8" /><Relationship Type="http://schemas.openxmlformats.org/officeDocument/2006/relationships/slide" Target="/ppt/slides/slide55.xml" Id="R6ffd510c1e4f4a18" /><Relationship Type="http://schemas.openxmlformats.org/officeDocument/2006/relationships/slide" Target="/ppt/slides/slide56.xml" Id="R32126b76d5444f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c798c282ea4c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6ae9175f214c20" /><Relationship Type="http://schemas.openxmlformats.org/officeDocument/2006/relationships/notesMaster" Target="/ppt/notesMasters/notesMaster1.xml" Id="R735bd850e2eb49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e0622268304d2f" /><Relationship Type="http://schemas.openxmlformats.org/officeDocument/2006/relationships/notesMaster" Target="/ppt/notesMasters/notesMaster1.xml" Id="R8367562a5627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79b0b375304b48" /><Relationship Type="http://schemas.openxmlformats.org/officeDocument/2006/relationships/notesMaster" Target="/ppt/notesMasters/notesMaster1.xml" Id="R6dbcff07370d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be8453e607465c" /><Relationship Type="http://schemas.openxmlformats.org/officeDocument/2006/relationships/notesMaster" Target="/ppt/notesMasters/notesMaster1.xml" Id="R7ed54cd0817f40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4393f6e50d4138" /><Relationship Type="http://schemas.openxmlformats.org/officeDocument/2006/relationships/notesMaster" Target="/ppt/notesMasters/notesMaster1.xml" Id="R7f1cf465b4094d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054d92f1064889" /><Relationship Type="http://schemas.openxmlformats.org/officeDocument/2006/relationships/notesMaster" Target="/ppt/notesMasters/notesMaster1.xml" Id="R312761ae375742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b801f543d44d7b" /><Relationship Type="http://schemas.openxmlformats.org/officeDocument/2006/relationships/notesMaster" Target="/ppt/notesMasters/notesMaster1.xml" Id="Re36b17a1c84941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a7182cd07a40a7" /><Relationship Type="http://schemas.openxmlformats.org/officeDocument/2006/relationships/notesMaster" Target="/ppt/notesMasters/notesMaster1.xml" Id="R8fdd5a4c4b9247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ef7acc3df64dd3" /><Relationship Type="http://schemas.openxmlformats.org/officeDocument/2006/relationships/notesMaster" Target="/ppt/notesMasters/notesMaster1.xml" Id="Rf123f16154844f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89cf18b98040dd" /><Relationship Type="http://schemas.openxmlformats.org/officeDocument/2006/relationships/notesMaster" Target="/ppt/notesMasters/notesMaster1.xml" Id="R8ae8bc3329d149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11068788d74542" /><Relationship Type="http://schemas.openxmlformats.org/officeDocument/2006/relationships/notesMaster" Target="/ppt/notesMasters/notesMaster1.xml" Id="Rffea5fd6209844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63f970782b4924" /><Relationship Type="http://schemas.openxmlformats.org/officeDocument/2006/relationships/notesMaster" Target="/ppt/notesMasters/notesMaster1.xml" Id="Ra5785a17f23a45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f47436eca04eaa" /><Relationship Type="http://schemas.openxmlformats.org/officeDocument/2006/relationships/notesMaster" Target="/ppt/notesMasters/notesMaster1.xml" Id="R88f081a80e2348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3a8cdda3b2c4a54" /><Relationship Type="http://schemas.openxmlformats.org/officeDocument/2006/relationships/notesMaster" Target="/ppt/notesMasters/notesMaster1.xml" Id="R1b281eaa5e0a494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66061e7aab4083" /><Relationship Type="http://schemas.openxmlformats.org/officeDocument/2006/relationships/notesMaster" Target="/ppt/notesMasters/notesMaster1.xml" Id="R78fee249f75c4b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138f033e5a49c3" /><Relationship Type="http://schemas.openxmlformats.org/officeDocument/2006/relationships/notesMaster" Target="/ppt/notesMasters/notesMaster1.xml" Id="Rdfc06492703a48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6143c73d42400c" /><Relationship Type="http://schemas.openxmlformats.org/officeDocument/2006/relationships/notesMaster" Target="/ppt/notesMasters/notesMaster1.xml" Id="Rdca51712dfb349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3b8e9563c74616" /><Relationship Type="http://schemas.openxmlformats.org/officeDocument/2006/relationships/notesMaster" Target="/ppt/notesMasters/notesMaster1.xml" Id="R9eafb9efa0f443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7b8b45dc1f455a" /><Relationship Type="http://schemas.openxmlformats.org/officeDocument/2006/relationships/notesMaster" Target="/ppt/notesMasters/notesMaster1.xml" Id="Rd56592f4522f49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6c815b2af4416d" /><Relationship Type="http://schemas.openxmlformats.org/officeDocument/2006/relationships/notesMaster" Target="/ppt/notesMasters/notesMaster1.xml" Id="Ref19f84f4775473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58ed3b6262419c" /><Relationship Type="http://schemas.openxmlformats.org/officeDocument/2006/relationships/notesMaster" Target="/ppt/notesMasters/notesMaster1.xml" Id="Rf193d381058b458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8f690a13334bd0" /><Relationship Type="http://schemas.openxmlformats.org/officeDocument/2006/relationships/notesMaster" Target="/ppt/notesMasters/notesMaster1.xml" Id="R604eecc03ea142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772fd6344f54212" /><Relationship Type="http://schemas.openxmlformats.org/officeDocument/2006/relationships/notesMaster" Target="/ppt/notesMasters/notesMaster1.xml" Id="Rd50fcb72ce8242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6df982f1e144eb" /><Relationship Type="http://schemas.openxmlformats.org/officeDocument/2006/relationships/notesMaster" Target="/ppt/notesMasters/notesMaster1.xml" Id="R82a7a736caad4c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8753b570d14a78" /><Relationship Type="http://schemas.openxmlformats.org/officeDocument/2006/relationships/notesMaster" Target="/ppt/notesMasters/notesMaster1.xml" Id="R2dc6bf2acc4f468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b9ce56972d44b1" /><Relationship Type="http://schemas.openxmlformats.org/officeDocument/2006/relationships/notesMaster" Target="/ppt/notesMasters/notesMaster1.xml" Id="R9c4b785fd7d0421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25ea0185dd4d96" /><Relationship Type="http://schemas.openxmlformats.org/officeDocument/2006/relationships/notesMaster" Target="/ppt/notesMasters/notesMaster1.xml" Id="R84bd070a77ed450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b4768dc145445a3" /><Relationship Type="http://schemas.openxmlformats.org/officeDocument/2006/relationships/notesMaster" Target="/ppt/notesMasters/notesMaster1.xml" Id="R0b8aa2a46d304c4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6e0d8695ff340bb" /><Relationship Type="http://schemas.openxmlformats.org/officeDocument/2006/relationships/notesMaster" Target="/ppt/notesMasters/notesMaster1.xml" Id="Rb4712869d810405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7de9d4c4239406d" /><Relationship Type="http://schemas.openxmlformats.org/officeDocument/2006/relationships/notesMaster" Target="/ppt/notesMasters/notesMaster1.xml" Id="R671f7fa0ca2148c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9c66430eb5a4532" /><Relationship Type="http://schemas.openxmlformats.org/officeDocument/2006/relationships/notesMaster" Target="/ppt/notesMasters/notesMaster1.xml" Id="R6e6f808da6e54b6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42e69ce9d064c37" /><Relationship Type="http://schemas.openxmlformats.org/officeDocument/2006/relationships/notesMaster" Target="/ppt/notesMasters/notesMaster1.xml" Id="R76cfa979a0dc4d1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6f5806b099f4da4" /><Relationship Type="http://schemas.openxmlformats.org/officeDocument/2006/relationships/notesMaster" Target="/ppt/notesMasters/notesMaster1.xml" Id="R17fd93e52bf040f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30f3af230b847f5" /><Relationship Type="http://schemas.openxmlformats.org/officeDocument/2006/relationships/notesMaster" Target="/ppt/notesMasters/notesMaster1.xml" Id="Rdc0242076409408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d6a7da122cf4f6c" /><Relationship Type="http://schemas.openxmlformats.org/officeDocument/2006/relationships/notesMaster" Target="/ppt/notesMasters/notesMaster1.xml" Id="Rb7dc79f98dde4c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8d553e49334b7f" /><Relationship Type="http://schemas.openxmlformats.org/officeDocument/2006/relationships/notesMaster" Target="/ppt/notesMasters/notesMaster1.xml" Id="R58c530fa4ceb42c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9b1f10a1fed48fa" /><Relationship Type="http://schemas.openxmlformats.org/officeDocument/2006/relationships/notesMaster" Target="/ppt/notesMasters/notesMaster1.xml" Id="R2728cc6c58934ea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e811fc87130468c" /><Relationship Type="http://schemas.openxmlformats.org/officeDocument/2006/relationships/notesMaster" Target="/ppt/notesMasters/notesMaster1.xml" Id="R7821f4a867294d7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35b4873f4d746dd" /><Relationship Type="http://schemas.openxmlformats.org/officeDocument/2006/relationships/notesMaster" Target="/ppt/notesMasters/notesMaster1.xml" Id="R9e5f3e71dfbe412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a7651c97348490a" /><Relationship Type="http://schemas.openxmlformats.org/officeDocument/2006/relationships/notesMaster" Target="/ppt/notesMasters/notesMaster1.xml" Id="Rbad29714578845d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0ca338cc3db4375" /><Relationship Type="http://schemas.openxmlformats.org/officeDocument/2006/relationships/notesMaster" Target="/ppt/notesMasters/notesMaster1.xml" Id="Re36693ca76954cd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ea2ecf639f948d3" /><Relationship Type="http://schemas.openxmlformats.org/officeDocument/2006/relationships/notesMaster" Target="/ppt/notesMasters/notesMaster1.xml" Id="R392e1d30ffe6419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4dab1bfc8a44de7" /><Relationship Type="http://schemas.openxmlformats.org/officeDocument/2006/relationships/notesMaster" Target="/ppt/notesMasters/notesMaster1.xml" Id="R276a23805d634ad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da829a4986e42b3" /><Relationship Type="http://schemas.openxmlformats.org/officeDocument/2006/relationships/notesMaster" Target="/ppt/notesMasters/notesMaster1.xml" Id="R9f784808e363458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e26fda25e7f4f20" /><Relationship Type="http://schemas.openxmlformats.org/officeDocument/2006/relationships/notesMaster" Target="/ppt/notesMasters/notesMaster1.xml" Id="R0b91e077a36d4af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4ab575f077a491b" /><Relationship Type="http://schemas.openxmlformats.org/officeDocument/2006/relationships/notesMaster" Target="/ppt/notesMasters/notesMaster1.xml" Id="R80c6b352db9444d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106ee8961d0417d" /><Relationship Type="http://schemas.openxmlformats.org/officeDocument/2006/relationships/notesMaster" Target="/ppt/notesMasters/notesMaster1.xml" Id="R5497af602f3045c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ef7906721544440" /><Relationship Type="http://schemas.openxmlformats.org/officeDocument/2006/relationships/notesMaster" Target="/ppt/notesMasters/notesMaster1.xml" Id="Rbc7be17b34664a5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e26b0b0f4bd464b" /><Relationship Type="http://schemas.openxmlformats.org/officeDocument/2006/relationships/notesMaster" Target="/ppt/notesMasters/notesMaster1.xml" Id="Red313c0f26ee44b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e185b8342ae748ec" /><Relationship Type="http://schemas.openxmlformats.org/officeDocument/2006/relationships/notesMaster" Target="/ppt/notesMasters/notesMaster1.xml" Id="R8118507224c144cc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9c1d2ddb5fb4599" /><Relationship Type="http://schemas.openxmlformats.org/officeDocument/2006/relationships/notesMaster" Target="/ppt/notesMasters/notesMaster1.xml" Id="R5290adc891164e9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a74a14ec0594f5b" /><Relationship Type="http://schemas.openxmlformats.org/officeDocument/2006/relationships/notesMaster" Target="/ppt/notesMasters/notesMaster1.xml" Id="R29bdcbd94d8c4fe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c19a76baccb4fa1" /><Relationship Type="http://schemas.openxmlformats.org/officeDocument/2006/relationships/notesMaster" Target="/ppt/notesMasters/notesMaster1.xml" Id="R78c05b152bb64d2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77f5a649c52c438e" /><Relationship Type="http://schemas.openxmlformats.org/officeDocument/2006/relationships/notesMaster" Target="/ppt/notesMasters/notesMaster1.xml" Id="R9ffd4c7f644446f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7f2a6e6c26694552" /><Relationship Type="http://schemas.openxmlformats.org/officeDocument/2006/relationships/notesMaster" Target="/ppt/notesMasters/notesMaster1.xml" Id="R0b8f815caa634a7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66a0e0040224bdf" /><Relationship Type="http://schemas.openxmlformats.org/officeDocument/2006/relationships/notesMaster" Target="/ppt/notesMasters/notesMaster1.xml" Id="Rddcab386c6dc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封面。說明本次實作會從 Windows 環境準備一路完成本機模型對話。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課程目標：完成 Docker、Ollama、Open WebUI 與 gemma3:4b 的基礎串接。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用五個階段介紹整體路線，提醒學生依截圖順序操作。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提醒學生每頁只做一個動作，若畫面不同就停下來核對。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上課前確認設備、網路、空間與操作權限，並說明等待原則。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先展示完成標準，讓學生知道最後要看到的三個結果。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教材下載位置</a:t>
            </a:r>
          </a:p>
          <a:p xmlns:a="http://schemas.openxmlformats.org/drawingml/2006/main">
            <a:r>
              <a:t>在 GitHub 專案頁確認儲存庫名稱與課程單元。</a:t>
            </a:r>
          </a:p>
          <a:p xmlns:a="http://schemas.openxmlformats.org/drawingml/2006/main">
            <a:r>
              <a:t>來源：D:\螢幕擷取畫面 2026-09-14 130723.png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ZIP 教材</a:t>
            </a:r>
          </a:p>
          <a:p xmlns:a="http://schemas.openxmlformats.org/drawingml/2006/main">
            <a:r>
              <a:t>按 Code，選 Download ZIP，將完整教材下載到電腦。</a:t>
            </a:r>
          </a:p>
          <a:p xmlns:a="http://schemas.openxmlformats.org/drawingml/2006/main">
            <a:r>
              <a:t>來源：D:\螢幕擷取畫面 2026-09-14 130829.png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找到教材壓縮檔</a:t>
            </a:r>
          </a:p>
          <a:p xmlns:a="http://schemas.openxmlformats.org/drawingml/2006/main">
            <a:r>
              <a:t>在下載資料夾選取 project-delivery_3LM-main.zip。</a:t>
            </a:r>
          </a:p>
          <a:p xmlns:a="http://schemas.openxmlformats.org/drawingml/2006/main">
            <a:r>
              <a:t>來源：D:\螢幕擷取畫面 2026-09-14 130930.png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顯示完整右鍵選單</a:t>
            </a:r>
          </a:p>
          <a:p xmlns:a="http://schemas.openxmlformats.org/drawingml/2006/main">
            <a:r>
              <a:t>Windows 11 先選「顯示其他選項」，才能看到 7-Zip。</a:t>
            </a:r>
          </a:p>
          <a:p xmlns:a="http://schemas.openxmlformats.org/drawingml/2006/main">
            <a:r>
              <a:t>來源：D:\螢幕擷取畫面 2026-09-14 130931.png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7-Zip 解壓縮</a:t>
            </a:r>
          </a:p>
          <a:p xmlns:a="http://schemas.openxmlformats.org/drawingml/2006/main">
            <a:r>
              <a:t>依序選 7-Zip → 解壓縮至此。</a:t>
            </a:r>
          </a:p>
          <a:p xmlns:a="http://schemas.openxmlformats.org/drawingml/2006/main">
            <a:r>
              <a:t>來源：D:\螢幕擷取畫面 2026-09-14 130932.png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確認資料夾已建立</a:t>
            </a:r>
          </a:p>
          <a:p xmlns:a="http://schemas.openxmlformats.org/drawingml/2006/main">
            <a:r>
              <a:t>ZIP 旁出現同名資料夾，代表解壓縮完成。</a:t>
            </a:r>
          </a:p>
          <a:p xmlns:a="http://schemas.openxmlformats.org/drawingml/2006/main">
            <a:r>
              <a:t>來源：D:\螢幕擷取畫面 2026-09-14 130933.png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進入教材主資料夾</a:t>
            </a:r>
          </a:p>
          <a:p xmlns:a="http://schemas.openxmlformats.org/drawingml/2006/main">
            <a:r>
              <a:t>依單元編號操作；先從「00-課前硬體與環境檢查」開始。</a:t>
            </a:r>
          </a:p>
          <a:p xmlns:a="http://schemas.openxmlformats.org/drawingml/2006/main">
            <a:r>
              <a:t>來源：D:\螢幕擷取畫面 2026-09-14 131515.png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執行環境檢查</a:t>
            </a:r>
          </a:p>
          <a:p xmlns:a="http://schemas.openxmlformats.org/drawingml/2006/main">
            <a:r>
              <a:t>在 00 單元中按兩下 00_check-environment。</a:t>
            </a:r>
          </a:p>
          <a:p xmlns:a="http://schemas.openxmlformats.org/drawingml/2006/main">
            <a:r>
              <a:t>來源：D:\螢幕擷取畫面 2026-09-14 131537.png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允許安全性警告</a:t>
            </a:r>
          </a:p>
          <a:p xmlns:a="http://schemas.openxmlformats.org/drawingml/2006/main">
            <a:r>
              <a:t>確認檔案來自課程教材後，按「執行」。</a:t>
            </a:r>
          </a:p>
          <a:p xmlns:a="http://schemas.openxmlformats.org/drawingml/2006/main">
            <a:r>
              <a:t>來源：D:\螢幕擷取畫面 2026-09-14 131612.png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環境檢查啟動</a:t>
            </a:r>
          </a:p>
          <a:p xmlns:a="http://schemas.openxmlformats.org/drawingml/2006/main">
            <a:r>
              <a:t>黑色視窗出現後先等待，不要關閉。</a:t>
            </a:r>
          </a:p>
          <a:p xmlns:a="http://schemas.openxmlformats.org/drawingml/2006/main">
            <a:r>
              <a:t>來源：D:\螢幕擷取畫面 2026-09-14 131626.png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讀懂第一次檢查結果</a:t>
            </a:r>
          </a:p>
          <a:p xmlns:a="http://schemas.openxmlformats.org/drawingml/2006/main">
            <a:r>
              <a:t>綠色 PASS 表示符合；Docker 尚未安裝或執行是此階段的正常狀態。</a:t>
            </a:r>
          </a:p>
          <a:p xmlns:a="http://schemas.openxmlformats.org/drawingml/2006/main">
            <a:r>
              <a:t>來源：D:\螢幕擷取畫面 2026-09-14 131638.png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Docker 官方安裝頁</a:t>
            </a:r>
          </a:p>
          <a:p xmlns:a="http://schemas.openxmlformats.org/drawingml/2006/main">
            <a:r>
              <a:t>使用 Docker 官方文件的 Windows 安裝頁。</a:t>
            </a:r>
          </a:p>
          <a:p xmlns:a="http://schemas.openxmlformats.org/drawingml/2006/main">
            <a:r>
              <a:t>來源：D:\螢幕擷取畫面 2026-09-14 133328.png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Windows x86_64 安裝程式</a:t>
            </a:r>
          </a:p>
          <a:p xmlns:a="http://schemas.openxmlformats.org/drawingml/2006/main">
            <a:r>
              <a:t>Intel／AMD 一般 Windows 筆電選 x86_64。</a:t>
            </a:r>
          </a:p>
          <a:p xmlns:a="http://schemas.openxmlformats.org/drawingml/2006/main">
            <a:r>
              <a:t>來源：D:\螢幕擷取畫面 2026-09-14 133349.png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關閉安裝文件分頁</a:t>
            </a:r>
          </a:p>
          <a:p xmlns:a="http://schemas.openxmlformats.org/drawingml/2006/main">
            <a:r>
              <a:t>下載已開始後，可關閉文件分頁並查看進度。</a:t>
            </a:r>
          </a:p>
          <a:p xmlns:a="http://schemas.openxmlformats.org/drawingml/2006/main">
            <a:r>
              <a:t>來源：D:\螢幕擷取畫面 2026-09-14 133437.png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等待安裝程式下載</a:t>
            </a:r>
          </a:p>
          <a:p xmlns:a="http://schemas.openxmlformats.org/drawingml/2006/main">
            <a:r>
              <a:t>檔案約 577 MB；等待下載列顯示完成。</a:t>
            </a:r>
          </a:p>
          <a:p xmlns:a="http://schemas.openxmlformats.org/drawingml/2006/main">
            <a:r>
              <a:t>來源：D:\螢幕擷取畫面 2026-09-14 133459.png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開啟下載位置</a:t>
            </a:r>
          </a:p>
          <a:p xmlns:a="http://schemas.openxmlformats.org/drawingml/2006/main">
            <a:r>
              <a:t>下載完成後按資料夾圖示，開啟安裝程式所在位置。</a:t>
            </a:r>
          </a:p>
          <a:p xmlns:a="http://schemas.openxmlformats.org/drawingml/2006/main">
            <a:r>
              <a:t>來源：D:\螢幕擷取畫面 2026-09-14 134336.png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 Installer</a:t>
            </a:r>
          </a:p>
          <a:p xmlns:a="http://schemas.openxmlformats.org/drawingml/2006/main">
            <a:r>
              <a:t>在下載資料夾按兩下 Docker Desktop Installer。</a:t>
            </a:r>
          </a:p>
          <a:p xmlns:a="http://schemas.openxmlformats.org/drawingml/2006/main">
            <a:r>
              <a:t>來源：D:\螢幕擷取畫面 2026-09-14 134403.png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選擇每位使用者安裝</a:t>
            </a:r>
          </a:p>
          <a:p xmlns:a="http://schemas.openxmlformats.org/drawingml/2006/main">
            <a:r>
              <a:t>保留建議的 Per-user installation，按 OK。</a:t>
            </a:r>
          </a:p>
          <a:p xmlns:a="http://schemas.openxmlformats.org/drawingml/2006/main">
            <a:r>
              <a:t>來源：D:\螢幕擷取畫面 2026-09-14 134429.png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等待解壓縮與安裝</a:t>
            </a:r>
          </a:p>
          <a:p xmlns:a="http://schemas.openxmlformats.org/drawingml/2006/main">
            <a:r>
              <a:t>安裝過程不要關閉視窗。</a:t>
            </a:r>
          </a:p>
          <a:p xmlns:a="http://schemas.openxmlformats.org/drawingml/2006/main">
            <a:r>
              <a:t>來源：D:\螢幕擷取畫面 2026-09-14 134436.png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 Docker Desktop 安裝</a:t>
            </a:r>
          </a:p>
          <a:p xmlns:a="http://schemas.openxmlformats.org/drawingml/2006/main">
            <a:r>
              <a:t>看到 Installation succeeded 後按 Close。</a:t>
            </a:r>
          </a:p>
          <a:p xmlns:a="http://schemas.openxmlformats.org/drawingml/2006/main">
            <a:r>
              <a:t>來源：D:\螢幕擷取畫面 2026-09-14 134457.png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</a:t>
            </a:r>
          </a:p>
          <a:p xmlns:a="http://schemas.openxmlformats.org/drawingml/2006/main">
            <a:r>
              <a:t>可從桌面捷徑或開始功能表開啟。</a:t>
            </a:r>
          </a:p>
          <a:p xmlns:a="http://schemas.openxmlformats.org/drawingml/2006/main">
            <a:r>
              <a:t>來源：D:\螢幕擷取畫面 2026-09-14 134542.png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接受服務條款</a:t>
            </a:r>
          </a:p>
          <a:p xmlns:a="http://schemas.openxmlformats.org/drawingml/2006/main">
            <a:r>
              <a:t>閱讀條款後按 Accept；大型企業商用可能需要付費方案。</a:t>
            </a:r>
          </a:p>
          <a:p xmlns:a="http://schemas.openxmlformats.org/drawingml/2006/main">
            <a:r>
              <a:t>來源：D:\螢幕擷取畫面 2026-09-14 134601.png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略過登入</a:t>
            </a:r>
          </a:p>
          <a:p xmlns:a="http://schemas.openxmlformats.org/drawingml/2006/main">
            <a:r>
              <a:t>本課以本機操作為主，可先按 Skip。</a:t>
            </a:r>
          </a:p>
          <a:p xmlns:a="http://schemas.openxmlformats.org/drawingml/2006/main">
            <a:r>
              <a:t>來源：D:\螢幕擷取畫面 2026-09-14 134607.png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Engine 啟動</a:t>
            </a:r>
          </a:p>
          <a:p xmlns:a="http://schemas.openxmlformats.org/drawingml/2006/main">
            <a:r>
              <a:t>左下角顯示 Engine running，表示 Docker Desktop 已準備完成。</a:t>
            </a:r>
          </a:p>
          <a:p xmlns:a="http://schemas.openxmlformats.org/drawingml/2006/main">
            <a:r>
              <a:t>來源：D:\螢幕擷取畫面 2026-09-14 134608.png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辨識虛擬化錯誤</a:t>
            </a:r>
          </a:p>
          <a:p xmlns:a="http://schemas.openxmlformats.org/drawingml/2006/main">
            <a:r>
              <a:t>看到 Virtualization support not detected 時，先停止後續操作並修復虛擬化環境。</a:t>
            </a:r>
          </a:p>
          <a:p xmlns:a="http://schemas.openxmlformats.org/drawingml/2006/main">
            <a:r>
              <a:t>來源：D:\螢幕擷取畫面 2026-09-14 134632.png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Desktop 已停止</a:t>
            </a:r>
          </a:p>
          <a:p xmlns:a="http://schemas.openxmlformats.org/drawingml/2006/main">
            <a:r>
              <a:t>系統匣顯示 stopped；接著重新執行環境檢查與修復。</a:t>
            </a:r>
          </a:p>
          <a:p xmlns:a="http://schemas.openxmlformats.org/drawingml/2006/main">
            <a:r>
              <a:t>來源：D:\螢幕擷取畫面 2026-09-14 134934.png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修復後重新檢查</a:t>
            </a:r>
          </a:p>
          <a:p xmlns:a="http://schemas.openxmlformats.org/drawingml/2006/main">
            <a:r>
              <a:t>Firmware virtualization、Virtual Machine Platform、WSL 與 hypervisor 都應顯示 Enabled／Running。</a:t>
            </a:r>
          </a:p>
          <a:p xmlns:a="http://schemas.openxmlformats.org/drawingml/2006/main">
            <a:r>
              <a:t>來源：D:\螢幕擷取畫面 2026-09-14 154847.png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Saver 模式</a:t>
            </a:r>
          </a:p>
          <a:p xmlns:a="http://schemas.openxmlformats.org/drawingml/2006/main">
            <a:r>
              <a:t>Resource Saver 不等於故障；Docker 閒置時會降低資源使用。</a:t>
            </a:r>
          </a:p>
          <a:p xmlns:a="http://schemas.openxmlformats.org/drawingml/2006/main">
            <a:r>
              <a:t>來源：D:\螢幕擷取畫面 2026-09-14 155955.png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進入第 03 單元</a:t>
            </a:r>
          </a:p>
          <a:p xmlns:a="http://schemas.openxmlformats.org/drawingml/2006/main">
            <a:r>
              <a:t>開啟「03-啟動-Ollama-與-Open-WebUI」資料夾。</a:t>
            </a:r>
          </a:p>
          <a:p xmlns:a="http://schemas.openxmlformats.org/drawingml/2006/main">
            <a:r>
              <a:t>來源：D:\螢幕擷取畫面 2026-09-14 160501.png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認識第 03 單元檔案</a:t>
            </a:r>
          </a:p>
          <a:p xmlns:a="http://schemas.openxmlformats.org/drawingml/2006/main">
            <a:r>
              <a:t>03_compose.yaml 定義服務；03_service-control 是操作入口。</a:t>
            </a:r>
          </a:p>
          <a:p xmlns:a="http://schemas.openxmlformats.org/drawingml/2006/main">
            <a:r>
              <a:t>來源：D:\螢幕擷取畫面 2026-09-14 160516.png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啟動本機 AI 服務</a:t>
            </a:r>
          </a:p>
          <a:p xmlns:a="http://schemas.openxmlformats.org/drawingml/2006/main">
            <a:r>
              <a:t>按兩下服務控制程式，輸入 1 啟動 Ollama 與 Open WebUI。</a:t>
            </a:r>
          </a:p>
          <a:p xmlns:a="http://schemas.openxmlformats.org/drawingml/2006/main">
            <a:r>
              <a:t>來源：D:\螢幕擷取畫面 2026-09-14 160541.png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第一次啟動需要等待</a:t>
            </a:r>
          </a:p>
          <a:p xmlns:a="http://schemas.openxmlformats.org/drawingml/2006/main">
            <a:r>
              <a:t>系統會下載容器映像；時間依網路速度而定，視窗保持開啟。</a:t>
            </a:r>
          </a:p>
          <a:p xmlns:a="http://schemas.openxmlformats.org/drawingml/2006/main">
            <a:r>
              <a:t>來源：D:\螢幕擷取畫面 2026-09-14 160553.png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確認服務啟動成功</a:t>
            </a:r>
          </a:p>
          <a:p xmlns:a="http://schemas.openxmlformats.org/drawingml/2006/main">
            <a:r>
              <a:t>看到 Services started successfully，再開啟 http://localhost:3000。</a:t>
            </a:r>
          </a:p>
          <a:p xmlns:a="http://schemas.openxmlformats.org/drawingml/2006/main">
            <a:r>
              <a:t>來源：D:\螢幕擷取畫面 2026-09-14 174828.png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Open WebUI</a:t>
            </a:r>
          </a:p>
          <a:p xmlns:a="http://schemas.openxmlformats.org/drawingml/2006/main">
            <a:r>
              <a:t>在瀏覽器輸入 localhost:3000，按「開始使用」。</a:t>
            </a:r>
          </a:p>
          <a:p xmlns:a="http://schemas.openxmlformats.org/drawingml/2006/main">
            <a:r>
              <a:t>來源：D:\螢幕擷取畫面 2026-09-14 174840.png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建立第一個管理員帳號</a:t>
            </a:r>
          </a:p>
          <a:p xmlns:a="http://schemas.openxmlformats.org/drawingml/2006/main">
            <a:r>
              <a:t>第一個註冊帳號會成為管理員；Email 可使用課堂示範格式。</a:t>
            </a:r>
          </a:p>
          <a:p xmlns:a="http://schemas.openxmlformats.org/drawingml/2006/main">
            <a:r>
              <a:t>來源：D:\螢幕擷取畫面 2026-09-14 175050.png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Open WebUI</a:t>
            </a:r>
          </a:p>
          <a:p xmlns:a="http://schemas.openxmlformats.org/drawingml/2006/main">
            <a:r>
              <a:t>關閉版本資訊視窗，回到主畫面。</a:t>
            </a:r>
          </a:p>
          <a:p xmlns:a="http://schemas.openxmlformats.org/drawingml/2006/main">
            <a:r>
              <a:t>來源：D:\螢幕擷取畫面 2026-09-14 175105.png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尚未安裝可用模型</a:t>
            </a:r>
          </a:p>
          <a:p xmlns:a="http://schemas.openxmlformats.org/drawingml/2006/main">
            <a:r>
              <a:t>模型選單顯示暫無可用模型，下一步到設定下載。</a:t>
            </a:r>
          </a:p>
          <a:p xmlns:a="http://schemas.openxmlformats.org/drawingml/2006/main">
            <a:r>
              <a:t>來源：D:\螢幕擷取畫面 2026-09-14 175123.png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開啟個人與管理設定</a:t>
            </a:r>
          </a:p>
          <a:p xmlns:a="http://schemas.openxmlformats.org/drawingml/2006/main">
            <a:r>
              <a:t>按左下角帳號名稱，進入設定與管理介面。</a:t>
            </a:r>
          </a:p>
          <a:p xmlns:a="http://schemas.openxmlformats.org/drawingml/2006/main">
            <a:r>
              <a:t>來源：D:\螢幕擷取畫面 2026-09-14 175148.png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進入模型設定</a:t>
            </a:r>
          </a:p>
          <a:p xmlns:a="http://schemas.openxmlformats.org/drawingml/2006/main">
            <a:r>
              <a:t>管理員面板左側選「模型」。</a:t>
            </a:r>
          </a:p>
          <a:p xmlns:a="http://schemas.openxmlformats.org/drawingml/2006/main">
            <a:r>
              <a:t>來源：D:\螢幕擷取畫面 2026-09-14 175413.png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Ollama 模型管理</a:t>
            </a:r>
          </a:p>
          <a:p xmlns:a="http://schemas.openxmlformats.org/drawingml/2006/main">
            <a:r>
              <a:t>右上角依序選「動作」→「管理」。</a:t>
            </a:r>
          </a:p>
          <a:p xmlns:a="http://schemas.openxmlformats.org/drawingml/2006/main">
            <a:r>
              <a:t>來源：D:\螢幕擷取畫面 2026-09-14 175539.png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輸入模型標籤</a:t>
            </a:r>
          </a:p>
          <a:p xmlns:a="http://schemas.openxmlformats.org/drawingml/2006/main">
            <a:r>
              <a:t>在 Ollama.com 下載欄輸入 gemma3:4b，按下載。</a:t>
            </a:r>
          </a:p>
          <a:p xmlns:a="http://schemas.openxmlformats.org/drawingml/2006/main">
            <a:r>
              <a:t>來源：D:\螢幕擷取畫面 2026-09-14 175557.png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模型下載已開始</a:t>
            </a:r>
          </a:p>
          <a:p xmlns:a="http://schemas.openxmlformats.org/drawingml/2006/main">
            <a:r>
              <a:t>出現模型名稱與進度條後，保持頁面與服務運作。</a:t>
            </a:r>
          </a:p>
          <a:p xmlns:a="http://schemas.openxmlformats.org/drawingml/2006/main">
            <a:r>
              <a:t>來源：D:\螢幕擷取畫面 2026-09-14 175608.png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等待大型模型下載</a:t>
            </a:r>
          </a:p>
          <a:p xmlns:a="http://schemas.openxmlformats.org/drawingml/2006/main">
            <a:r>
              <a:t>下載可能需較長時間；百分比持續上升即可。</a:t>
            </a:r>
          </a:p>
          <a:p xmlns:a="http://schemas.openxmlformats.org/drawingml/2006/main">
            <a:r>
              <a:t>來源：D:\螢幕擷取畫面 2026-09-14 182023.png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模型下載完成</a:t>
            </a:r>
          </a:p>
          <a:p xmlns:a="http://schemas.openxmlformats.org/drawingml/2006/main">
            <a:r>
              <a:t>進度到 100% 後，等待模型出現在清單。</a:t>
            </a:r>
          </a:p>
          <a:p xmlns:a="http://schemas.openxmlformats.org/drawingml/2006/main">
            <a:r>
              <a:t>來源：D:\螢幕擷取畫面 2026-09-14 183355.png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確認模型已加入</a:t>
            </a:r>
          </a:p>
          <a:p xmlns:a="http://schemas.openxmlformats.org/drawingml/2006/main">
            <a:r>
              <a:t>模型清單出現 gemma3:4b，且右側開關已啟用。</a:t>
            </a:r>
          </a:p>
          <a:p xmlns:a="http://schemas.openxmlformats.org/drawingml/2006/main">
            <a:r>
              <a:t>來源：D:\螢幕擷取畫面 2026-09-14 183433.png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隱藏 Arena Model</a:t>
            </a:r>
          </a:p>
          <a:p xmlns:a="http://schemas.openxmlformats.org/drawingml/2006/main">
            <a:r>
              <a:t>若不需要 Arena Model，可關閉右側開關，讓選單更單純。</a:t>
            </a:r>
          </a:p>
          <a:p xmlns:a="http://schemas.openxmlformats.org/drawingml/2006/main">
            <a:r>
              <a:t>來源：D:\螢幕擷取畫面 2026-09-14 183454.png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保留模型基本功能</a:t>
            </a:r>
          </a:p>
          <a:p xmlns:a="http://schemas.openxmlformats.org/drawingml/2006/main">
            <a:r>
              <a:t>初次使用可維持預設功能，再按「儲存並更新」。</a:t>
            </a:r>
          </a:p>
          <a:p xmlns:a="http://schemas.openxmlformats.org/drawingml/2006/main">
            <a:r>
              <a:t>來源：D:\螢幕擷取畫面 2026-09-14 183455.png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 gemma3:4b</a:t>
            </a:r>
          </a:p>
          <a:p xmlns:a="http://schemas.openxmlformats.org/drawingml/2006/main">
            <a:r>
              <a:t>回到對話首頁，從模型選單選 gemma3:4b。</a:t>
            </a:r>
          </a:p>
          <a:p xmlns:a="http://schemas.openxmlformats.org/drawingml/2006/main">
            <a:r>
              <a:t>來源：D:\螢幕擷取畫面 2026-09-14 183522.png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完成第一次本機對話</a:t>
            </a:r>
          </a:p>
          <a:p xmlns:a="http://schemas.openxmlformats.org/drawingml/2006/main">
            <a:r>
              <a:t>輸入簡單測試句並確認模型能回覆；語言風格可用系統提示詞再調整。</a:t>
            </a:r>
          </a:p>
          <a:p xmlns:a="http://schemas.openxmlformats.org/drawingml/2006/main">
            <a:r>
              <a:t>來源：D:\螢幕擷取畫面 2026-09-14 184259.png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總結本次實作成果，並銜接後續的提示詞、教材與知識庫單元。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01cc38ab94c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f4a8290db48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f8542b74243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023dba7cb49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500681c214d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1053bb70c41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118e8a58247d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8862cb4e646b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511c426e44bf1" /><Relationship Type="http://schemas.openxmlformats.org/officeDocument/2006/relationships/slideLayout" Target="/ppt/slideLayouts/slideLayout1.xml" Id="R92988d45985b4bf7" /><Relationship Type="http://schemas.openxmlformats.org/officeDocument/2006/relationships/slideLayout" Target="/ppt/slideLayouts/slideLayout2.xml" Id="Rf06778f00c824e62" /><Relationship Type="http://schemas.openxmlformats.org/officeDocument/2006/relationships/slideLayout" Target="/ppt/slideLayouts/slideLayout3.xml" Id="R7d2c91bcbb79405d" /><Relationship Type="http://schemas.openxmlformats.org/officeDocument/2006/relationships/slideLayout" Target="/ppt/slideLayouts/slideLayout4.xml" Id="R6b57776bc6e44f50" /><Relationship Type="http://schemas.openxmlformats.org/officeDocument/2006/relationships/slideLayout" Target="/ppt/slideLayouts/slideLayout5.xml" Id="R2f8e5364f4c34016" /><Relationship Type="http://schemas.openxmlformats.org/officeDocument/2006/relationships/slideLayout" Target="/ppt/slideLayouts/slideLayout6.xml" Id="R419b336fd8364617" /><Relationship Type="http://schemas.openxmlformats.org/officeDocument/2006/relationships/slideLayout" Target="/ppt/slideLayouts/slideLayout7.xml" Id="Rb064b92225bb48db" /><Relationship Type="http://schemas.openxmlformats.org/officeDocument/2006/relationships/slideLayout" Target="/ppt/slideLayouts/slideLayout8.xml" Id="R96f5e14bc4664d5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988d45985b4bf7"/>
    <p:sldLayoutId xmlns:r="http://schemas.openxmlformats.org/officeDocument/2006/relationships" id="2147483650" r:id="Rf06778f00c824e62"/>
    <p:sldLayoutId xmlns:r="http://schemas.openxmlformats.org/officeDocument/2006/relationships" id="2147483651" r:id="R7d2c91bcbb79405d"/>
    <p:sldLayoutId xmlns:r="http://schemas.openxmlformats.org/officeDocument/2006/relationships" id="2147483652" r:id="R6b57776bc6e44f50"/>
    <p:sldLayoutId xmlns:r="http://schemas.openxmlformats.org/officeDocument/2006/relationships" id="2147483653" r:id="R2f8e5364f4c34016"/>
    <p:sldLayoutId xmlns:r="http://schemas.openxmlformats.org/officeDocument/2006/relationships" id="2147483654" r:id="R419b336fd8364617"/>
    <p:sldLayoutId xmlns:r="http://schemas.openxmlformats.org/officeDocument/2006/relationships" id="2147483655" r:id="Rb064b92225bb48db"/>
    <p:sldLayoutId xmlns:r="http://schemas.openxmlformats.org/officeDocument/2006/relationships" id="2147483656" r:id="R96f5e14bc4664d55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eae8415a442c6" /><Relationship Type="http://schemas.openxmlformats.org/officeDocument/2006/relationships/notesSlide" Target="/ppt/notesSlides/notesSlide1.xml" Id="Rd19981a17c2941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218137bc14b43" /><Relationship Type="http://schemas.openxmlformats.org/officeDocument/2006/relationships/notesSlide" Target="/ppt/notesSlides/notesSlide2.xml" Id="R2354471c9b5d4f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446f27f834e4e" /><Relationship Type="http://schemas.openxmlformats.org/officeDocument/2006/relationships/notesSlide" Target="/ppt/notesSlides/notesSlide3.xml" Id="Ra0c21c9d01914d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bda009aa948cb" /><Relationship Type="http://schemas.openxmlformats.org/officeDocument/2006/relationships/image" Target="/ppt/media/image.png" Id="R7902a9512c244ba4" /><Relationship Type="http://schemas.openxmlformats.org/officeDocument/2006/relationships/notesSlide" Target="/ppt/notesSlides/notesSlide4.xml" Id="R5d6e9d73ac1741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707c4de5664106" /><Relationship Type="http://schemas.openxmlformats.org/officeDocument/2006/relationships/notesSlide" Target="/ppt/notesSlides/notesSlide5.xml" Id="R12bb5437be404e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3de326a6548b0" /><Relationship Type="http://schemas.openxmlformats.org/officeDocument/2006/relationships/notesSlide" Target="/ppt/notesSlides/notesSlide6.xml" Id="Rb82ed4c312d443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70f06378862414c" /><Relationship Type="http://schemas.openxmlformats.org/officeDocument/2006/relationships/image" Target="/ppt/media/image2.png" Id="R9e06bb605d7a4a8c" /><Relationship Type="http://schemas.openxmlformats.org/officeDocument/2006/relationships/notesSlide" Target="/ppt/notesSlides/notesSlide7.xml" Id="R18a57e4fdcc741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4219fa631c54cb8" /><Relationship Type="http://schemas.openxmlformats.org/officeDocument/2006/relationships/image" Target="/ppt/media/image3.png" Id="Rdce3576104ca4a83" /><Relationship Type="http://schemas.openxmlformats.org/officeDocument/2006/relationships/notesSlide" Target="/ppt/notesSlides/notesSlide8.xml" Id="R7baf5f9bc55244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42c028b4503469a" /><Relationship Type="http://schemas.openxmlformats.org/officeDocument/2006/relationships/image" Target="/ppt/media/image4.png" Id="R06b719ce27344333" /><Relationship Type="http://schemas.openxmlformats.org/officeDocument/2006/relationships/notesSlide" Target="/ppt/notesSlides/notesSlide9.xml" Id="R75984b1f8e1146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b1a39b3ea354d0f" /><Relationship Type="http://schemas.openxmlformats.org/officeDocument/2006/relationships/image" Target="/ppt/media/image5.png" Id="Rad20a4122bf941b9" /><Relationship Type="http://schemas.openxmlformats.org/officeDocument/2006/relationships/notesSlide" Target="/ppt/notesSlides/notesSlide10.xml" Id="R200351b3fcd24e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b0225e898b84155" /><Relationship Type="http://schemas.openxmlformats.org/officeDocument/2006/relationships/image" Target="/ppt/media/image6.png" Id="Re486189b919b410f" /><Relationship Type="http://schemas.openxmlformats.org/officeDocument/2006/relationships/notesSlide" Target="/ppt/notesSlides/notesSlide11.xml" Id="R65df40a6872345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71b78a000b74fe8" /><Relationship Type="http://schemas.openxmlformats.org/officeDocument/2006/relationships/image" Target="/ppt/media/image7.png" Id="R1257e833d73c4d78" /><Relationship Type="http://schemas.openxmlformats.org/officeDocument/2006/relationships/notesSlide" Target="/ppt/notesSlides/notesSlide12.xml" Id="R064fd1a8f25c4b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a7e0a3dc8f24e68" /><Relationship Type="http://schemas.openxmlformats.org/officeDocument/2006/relationships/image" Target="/ppt/media/image8.png" Id="Rac000f3bb8c34dbb" /><Relationship Type="http://schemas.openxmlformats.org/officeDocument/2006/relationships/notesSlide" Target="/ppt/notesSlides/notesSlide13.xml" Id="Rc8cc6792591249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75d2fc0fac643f9" /><Relationship Type="http://schemas.openxmlformats.org/officeDocument/2006/relationships/image" Target="/ppt/media/image9.png" Id="Rc6e8c574e5d44618" /><Relationship Type="http://schemas.openxmlformats.org/officeDocument/2006/relationships/notesSlide" Target="/ppt/notesSlides/notesSlide14.xml" Id="R3161a4e5459c4a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d8c0d3a65e2403e" /><Relationship Type="http://schemas.openxmlformats.org/officeDocument/2006/relationships/image" Target="/ppt/media/image10.png" Id="R40077cafc3384b61" /><Relationship Type="http://schemas.openxmlformats.org/officeDocument/2006/relationships/notesSlide" Target="/ppt/notesSlides/notesSlide15.xml" Id="Rb2b4794895b549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30ec9a7bc324a8b" /><Relationship Type="http://schemas.openxmlformats.org/officeDocument/2006/relationships/image" Target="/ppt/media/image11.png" Id="R1bbf0d4c0bab48b3" /><Relationship Type="http://schemas.openxmlformats.org/officeDocument/2006/relationships/notesSlide" Target="/ppt/notesSlides/notesSlide16.xml" Id="R398bcacb5e3047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62d0f7b7d874551" /><Relationship Type="http://schemas.openxmlformats.org/officeDocument/2006/relationships/image" Target="/ppt/media/image12.png" Id="Rde8e69a6c53240ed" /><Relationship Type="http://schemas.openxmlformats.org/officeDocument/2006/relationships/notesSlide" Target="/ppt/notesSlides/notesSlide17.xml" Id="R1994fde167ed4d6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0675d44c1cb4594" /><Relationship Type="http://schemas.openxmlformats.org/officeDocument/2006/relationships/image" Target="/ppt/media/image13.png" Id="R2c1c543dcfbd4173" /><Relationship Type="http://schemas.openxmlformats.org/officeDocument/2006/relationships/notesSlide" Target="/ppt/notesSlides/notesSlide18.xml" Id="Rda17aabac55d4f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43af37d5c95499b" /><Relationship Type="http://schemas.openxmlformats.org/officeDocument/2006/relationships/image" Target="/ppt/media/image14.png" Id="R151fd0292ada4725" /><Relationship Type="http://schemas.openxmlformats.org/officeDocument/2006/relationships/notesSlide" Target="/ppt/notesSlides/notesSlide19.xml" Id="Rd8d47cbfd4f447f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528e2560f9e4875" /><Relationship Type="http://schemas.openxmlformats.org/officeDocument/2006/relationships/image" Target="/ppt/media/image15.png" Id="R816fee89d84749cb" /><Relationship Type="http://schemas.openxmlformats.org/officeDocument/2006/relationships/notesSlide" Target="/ppt/notesSlides/notesSlide20.xml" Id="R8799f449aff849d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0f21949ec6f4657" /><Relationship Type="http://schemas.openxmlformats.org/officeDocument/2006/relationships/image" Target="/ppt/media/image16.png" Id="R4e73c4ff2a424842" /><Relationship Type="http://schemas.openxmlformats.org/officeDocument/2006/relationships/notesSlide" Target="/ppt/notesSlides/notesSlide21.xml" Id="Rd6ba382af21847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6c277f980294f62" /><Relationship Type="http://schemas.openxmlformats.org/officeDocument/2006/relationships/image" Target="/ppt/media/image17.png" Id="R848b38dd170147e9" /><Relationship Type="http://schemas.openxmlformats.org/officeDocument/2006/relationships/notesSlide" Target="/ppt/notesSlides/notesSlide22.xml" Id="R3d8671e712fd44d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ea65ae161b24a29" /><Relationship Type="http://schemas.openxmlformats.org/officeDocument/2006/relationships/image" Target="/ppt/media/image18.png" Id="R3e6626a0455547fd" /><Relationship Type="http://schemas.openxmlformats.org/officeDocument/2006/relationships/notesSlide" Target="/ppt/notesSlides/notesSlide23.xml" Id="R374d02bb0a6c42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32f880a45984fb9" /><Relationship Type="http://schemas.openxmlformats.org/officeDocument/2006/relationships/image" Target="/ppt/media/image19.png" Id="R92c540d234364147" /><Relationship Type="http://schemas.openxmlformats.org/officeDocument/2006/relationships/notesSlide" Target="/ppt/notesSlides/notesSlide24.xml" Id="R4f0ab91eb91a4a4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bc37c1241e242cb" /><Relationship Type="http://schemas.openxmlformats.org/officeDocument/2006/relationships/image" Target="/ppt/media/image20.png" Id="Rebb6f1eed7934dae" /><Relationship Type="http://schemas.openxmlformats.org/officeDocument/2006/relationships/notesSlide" Target="/ppt/notesSlides/notesSlide25.xml" Id="R99d5b80346b2471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d98b862cd944741" /><Relationship Type="http://schemas.openxmlformats.org/officeDocument/2006/relationships/image" Target="/ppt/media/image21.png" Id="R88d5a1fff2b5439b" /><Relationship Type="http://schemas.openxmlformats.org/officeDocument/2006/relationships/notesSlide" Target="/ppt/notesSlides/notesSlide26.xml" Id="Rf245c0d2eabe46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fa27bb3ada948c9" /><Relationship Type="http://schemas.openxmlformats.org/officeDocument/2006/relationships/image" Target="/ppt/media/image22.png" Id="R98a77d952d4e425b" /><Relationship Type="http://schemas.openxmlformats.org/officeDocument/2006/relationships/notesSlide" Target="/ppt/notesSlides/notesSlide27.xml" Id="R98a1ba8c2eae416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05e9157ef84fc7" /><Relationship Type="http://schemas.openxmlformats.org/officeDocument/2006/relationships/image" Target="/ppt/media/image23.png" Id="R69df0bc143c24ea0" /><Relationship Type="http://schemas.openxmlformats.org/officeDocument/2006/relationships/notesSlide" Target="/ppt/notesSlides/notesSlide28.xml" Id="R5e584a5e976f429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908ece15bde466b" /><Relationship Type="http://schemas.openxmlformats.org/officeDocument/2006/relationships/image" Target="/ppt/media/image24.png" Id="R263fa7f9d90e457f" /><Relationship Type="http://schemas.openxmlformats.org/officeDocument/2006/relationships/notesSlide" Target="/ppt/notesSlides/notesSlide29.xml" Id="Rb8c8c49888c2421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574ab5f251d467f" /><Relationship Type="http://schemas.openxmlformats.org/officeDocument/2006/relationships/image" Target="/ppt/media/image25.png" Id="R5172dde856b04809" /><Relationship Type="http://schemas.openxmlformats.org/officeDocument/2006/relationships/notesSlide" Target="/ppt/notesSlides/notesSlide30.xml" Id="R550c43b9d58a4a4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0bd16fb7563402e" /><Relationship Type="http://schemas.openxmlformats.org/officeDocument/2006/relationships/image" Target="/ppt/media/image26.png" Id="R259875a2963a4c99" /><Relationship Type="http://schemas.openxmlformats.org/officeDocument/2006/relationships/notesSlide" Target="/ppt/notesSlides/notesSlide31.xml" Id="R6b3262045dcf4f7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57b60da86245e1" /><Relationship Type="http://schemas.openxmlformats.org/officeDocument/2006/relationships/image" Target="/ppt/media/image27.png" Id="Rfea3c02f8f3c43fc" /><Relationship Type="http://schemas.openxmlformats.org/officeDocument/2006/relationships/notesSlide" Target="/ppt/notesSlides/notesSlide32.xml" Id="Rb527b9c8bfa740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7c6fa831983431c" /><Relationship Type="http://schemas.openxmlformats.org/officeDocument/2006/relationships/image" Target="/ppt/media/image28.png" Id="Ra85245c4f75e413b" /><Relationship Type="http://schemas.openxmlformats.org/officeDocument/2006/relationships/notesSlide" Target="/ppt/notesSlides/notesSlide33.xml" Id="R68c3ba44bd6646f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eb047d76fde4278" /><Relationship Type="http://schemas.openxmlformats.org/officeDocument/2006/relationships/image" Target="/ppt/media/image29.png" Id="Ra31086ec6b4a4cff" /><Relationship Type="http://schemas.openxmlformats.org/officeDocument/2006/relationships/notesSlide" Target="/ppt/notesSlides/notesSlide34.xml" Id="R51318eb871274d3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0940687181a411e" /><Relationship Type="http://schemas.openxmlformats.org/officeDocument/2006/relationships/image" Target="/ppt/media/image30.png" Id="Re2bbcb3ad0c34bf3" /><Relationship Type="http://schemas.openxmlformats.org/officeDocument/2006/relationships/notesSlide" Target="/ppt/notesSlides/notesSlide35.xml" Id="R7bb834de30eb4aa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84ad129dfdc426c" /><Relationship Type="http://schemas.openxmlformats.org/officeDocument/2006/relationships/image" Target="/ppt/media/image31.png" Id="Rfa32149e77ac4197" /><Relationship Type="http://schemas.openxmlformats.org/officeDocument/2006/relationships/notesSlide" Target="/ppt/notesSlides/notesSlide36.xml" Id="R8f2eb25598f549f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490fd326294431c" /><Relationship Type="http://schemas.openxmlformats.org/officeDocument/2006/relationships/image" Target="/ppt/media/image32.png" Id="Rc75df3d6b55a4d12" /><Relationship Type="http://schemas.openxmlformats.org/officeDocument/2006/relationships/notesSlide" Target="/ppt/notesSlides/notesSlide37.xml" Id="R9230f1e29f5d467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e4df4f55ed24ddb" /><Relationship Type="http://schemas.openxmlformats.org/officeDocument/2006/relationships/image" Target="/ppt/media/image33.png" Id="R1aa02e3aaba14f69" /><Relationship Type="http://schemas.openxmlformats.org/officeDocument/2006/relationships/notesSlide" Target="/ppt/notesSlides/notesSlide38.xml" Id="R51da38cbcccf465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f7a78187cc44986" /><Relationship Type="http://schemas.openxmlformats.org/officeDocument/2006/relationships/image" Target="/ppt/media/image34.png" Id="R47ff2525bc4f47b1" /><Relationship Type="http://schemas.openxmlformats.org/officeDocument/2006/relationships/notesSlide" Target="/ppt/notesSlides/notesSlide39.xml" Id="R2fae3c6fb2d94a1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51cd253da714bec" /><Relationship Type="http://schemas.openxmlformats.org/officeDocument/2006/relationships/image" Target="/ppt/media/image35.png" Id="Rae54d7497e1045a2" /><Relationship Type="http://schemas.openxmlformats.org/officeDocument/2006/relationships/notesSlide" Target="/ppt/notesSlides/notesSlide40.xml" Id="R1bfe7d03fa3546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f4212919bce4fd1" /><Relationship Type="http://schemas.openxmlformats.org/officeDocument/2006/relationships/image" Target="/ppt/media/image36.png" Id="R60b3e66d7ce543fe" /><Relationship Type="http://schemas.openxmlformats.org/officeDocument/2006/relationships/notesSlide" Target="/ppt/notesSlides/notesSlide41.xml" Id="Rec3c12e71e84405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c49c0d23d34486e" /><Relationship Type="http://schemas.openxmlformats.org/officeDocument/2006/relationships/image" Target="/ppt/media/image37.png" Id="R8967aeb915d742e0" /><Relationship Type="http://schemas.openxmlformats.org/officeDocument/2006/relationships/notesSlide" Target="/ppt/notesSlides/notesSlide42.xml" Id="Rb0cca070ad6c4a2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cde6d5470a64f6f" /><Relationship Type="http://schemas.openxmlformats.org/officeDocument/2006/relationships/image" Target="/ppt/media/image38.png" Id="R0e8e30afb2374f6c" /><Relationship Type="http://schemas.openxmlformats.org/officeDocument/2006/relationships/notesSlide" Target="/ppt/notesSlides/notesSlide43.xml" Id="R3956ece7582d471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224865538284c6d" /><Relationship Type="http://schemas.openxmlformats.org/officeDocument/2006/relationships/image" Target="/ppt/media/image39.png" Id="Rde5f8e73d2ee4ed0" /><Relationship Type="http://schemas.openxmlformats.org/officeDocument/2006/relationships/notesSlide" Target="/ppt/notesSlides/notesSlide44.xml" Id="Ref5c45de1f3643c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19a9c3819494bfe" /><Relationship Type="http://schemas.openxmlformats.org/officeDocument/2006/relationships/image" Target="/ppt/media/image40.png" Id="Rc5f5ffdc76e74881" /><Relationship Type="http://schemas.openxmlformats.org/officeDocument/2006/relationships/notesSlide" Target="/ppt/notesSlides/notesSlide45.xml" Id="R4f2e386d3dc04a8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192699c883446dd" /><Relationship Type="http://schemas.openxmlformats.org/officeDocument/2006/relationships/image" Target="/ppt/media/image41.png" Id="Rf2311a46e69b4add" /><Relationship Type="http://schemas.openxmlformats.org/officeDocument/2006/relationships/notesSlide" Target="/ppt/notesSlides/notesSlide46.xml" Id="R7ea4900f5b704b7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959037efde5496a" /><Relationship Type="http://schemas.openxmlformats.org/officeDocument/2006/relationships/image" Target="/ppt/media/image42.png" Id="R957c1d171cf34b8b" /><Relationship Type="http://schemas.openxmlformats.org/officeDocument/2006/relationships/notesSlide" Target="/ppt/notesSlides/notesSlide47.xml" Id="R097ba0a30ca54dab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377bca7a259401c" /><Relationship Type="http://schemas.openxmlformats.org/officeDocument/2006/relationships/image" Target="/ppt/media/image43.png" Id="R9d9bd615644d4252" /><Relationship Type="http://schemas.openxmlformats.org/officeDocument/2006/relationships/notesSlide" Target="/ppt/notesSlides/notesSlide48.xml" Id="R979a46e376b642c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3fd75df13e74f8f" /><Relationship Type="http://schemas.openxmlformats.org/officeDocument/2006/relationships/image" Target="/ppt/media/image44.png" Id="Rbfaef463026643da" /><Relationship Type="http://schemas.openxmlformats.org/officeDocument/2006/relationships/notesSlide" Target="/ppt/notesSlides/notesSlide49.xml" Id="R1bb84425a31c4ef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9da53348eb54cce" /><Relationship Type="http://schemas.openxmlformats.org/officeDocument/2006/relationships/image" Target="/ppt/media/image45.png" Id="R4b9c4f8aa7034dd7" /><Relationship Type="http://schemas.openxmlformats.org/officeDocument/2006/relationships/notesSlide" Target="/ppt/notesSlides/notesSlide50.xml" Id="R791cce105f114d9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5056aa7b86743ef" /><Relationship Type="http://schemas.openxmlformats.org/officeDocument/2006/relationships/image" Target="/ppt/media/image46.png" Id="Rf35f89865fa24632" /><Relationship Type="http://schemas.openxmlformats.org/officeDocument/2006/relationships/notesSlide" Target="/ppt/notesSlides/notesSlide51.xml" Id="R23662f75bcf9475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be324ebd34346b2" /><Relationship Type="http://schemas.openxmlformats.org/officeDocument/2006/relationships/image" Target="/ppt/media/image47.png" Id="Rd1af8f71e1ff47fd" /><Relationship Type="http://schemas.openxmlformats.org/officeDocument/2006/relationships/notesSlide" Target="/ppt/notesSlides/notesSlide52.xml" Id="Rb65fd18ef1134e9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652f2331fce41db" /><Relationship Type="http://schemas.openxmlformats.org/officeDocument/2006/relationships/image" Target="/ppt/media/image48.png" Id="Rb81551f1c7bb4510" /><Relationship Type="http://schemas.openxmlformats.org/officeDocument/2006/relationships/notesSlide" Target="/ppt/notesSlides/notesSlide53.xml" Id="Rf61ac7077bd7442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6477abefde24514" /><Relationship Type="http://schemas.openxmlformats.org/officeDocument/2006/relationships/image" Target="/ppt/media/image49.png" Id="R055aff5f74a14814" /><Relationship Type="http://schemas.openxmlformats.org/officeDocument/2006/relationships/notesSlide" Target="/ppt/notesSlides/notesSlide54.xml" Id="R11e600d277b745c5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3a0e1f7ce374d62" /><Relationship Type="http://schemas.openxmlformats.org/officeDocument/2006/relationships/image" Target="/ppt/media/image50.png" Id="Rdf581daf56104417" /><Relationship Type="http://schemas.openxmlformats.org/officeDocument/2006/relationships/notesSlide" Target="/ppt/notesSlides/notesSlide55.xml" Id="R09142a36939c4a4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7304fd432c84bcd" /><Relationship Type="http://schemas.openxmlformats.org/officeDocument/2006/relationships/notesSlide" Target="/ppt/notesSlides/notesSlide56.xml" Id="Rb415f4d0ba4848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5A29E-AEC4-4713-9A50-D379CC7C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00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課堂操作簡報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A8E24-FAF5-4951-A0D6-9D9E36F3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Windows 11</a:t>
            </a:r>
          </a:p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地端 AI 建置實作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AEE74-C5BD-4DA5-B209-07F36E0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從環境檢查，到 gemma3:4b 的第一段本機對話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1EDE7-522A-48B3-A8C1-2937292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24388-EFA0-4E88-A546-8A87CCC4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在自己的電腦上</a:t>
            </a:r>
          </a:p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啟動一套可對話的地端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58226-5751-422A-B624-BBFD5046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完成後，瀏覽器會連到 Open WebUI，並由本機的 gemma3:4b 產生回覆。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A8835-B9CE-4B3F-B969-7ACE2424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所有服務都在這台電腦上運作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7EE96-6B22-4047-A9C2-EE9F78E0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BE079-CC1F-437A-B1FE-A4377A9D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52BDD-0E1D-429C-BF96-76D24E3B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五個階段，走到第一段回覆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C803B-F101-4B32-BFDB-E0AB09D9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每一張截圖只處理一個動作，依序完成即可。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79F69-B03C-4F75-A51D-5579D9E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26A8F-09C9-4939-ABB6-79E36AEE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下載教材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45B80-2BE5-4DCF-9766-394CB09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GitHub → ZIP → 解壓縮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58186-BECA-4EB0-A3C9-DA0594E5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65C14-BC16-4ED7-A37C-DB1CCD6D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檢查環境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F429B-EF08-44FE-88CE-7A6BA152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Windows、WSL、虛擬化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867E0-8C5C-4114-A583-584BB732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35FA9-17E3-4231-AD81-763FBA2F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安裝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7A927-2858-4B41-AC8A-554C0F69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下載、安裝、啟動引擎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5764C-237C-48EE-8D2B-167707E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3D176-E57D-4ECB-BF6F-AD8F66EE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00240-01E6-4C16-B6DB-DA38906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4A764-1808-46D6-9E9C-474EBF6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300A3-1AB7-4D8D-AB7B-3E0F9856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B0AFEE-C789-4EC3-B120-33220016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gemma3:4b → 第一次對話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514AF-1B1A-47DA-8250-E83F8911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DE1E76-F88B-469D-A12B-D6F674BD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02a9512c244ba4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00548093-351D-4261-A755-9E181BEC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投影時的閱讀方式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B82B6285-5D27-471B-BB07-FD4EE072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一張截圖，只講一個動作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53886D81-99AF-4A0E-A822-17BF1948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先找畫面中的位置，再執行動作，最後核對結果。</a:t>
            </a:r>
          </a:p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畫面不一樣時先停下來，不要連續點選。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5B17CA35-F31D-4BF2-8AAE-C6D6C616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看位置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B5332D80-62F8-454D-931F-015E5822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6A987BE-F95E-49DD-A77D-A7B49EBE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做動作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0B7CB9D-5444-4A5A-B511-215F2516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C733983-D287-45BA-AF70-96E6C0DE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對結果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761EDF34-FDB3-41EF-A54E-915962D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50BABC8-9919-48DC-8E87-FE79E727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4787E-2DBD-4C42-869C-1870A48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開始前先確認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A901F-615F-43C0-9C51-72BB9D24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準備條件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E9E46-7AEF-453A-B726-18E1233C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電腦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穩定網路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至少 50 GB 可用磁碟空間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可在需要時輸入系統管理員密碼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B95AD-7813-475A-A2C0-3ABAF9B7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61030-BA50-4355-957B-FE88A231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第一次下載會比較久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終端機執行時不要關閉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錯誤畫面先截圖再處理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完成一頁，再進到下一頁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6A7D7-2301-4BF2-BF47-A5231F28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ABD0A-E1A3-4141-97F1-1DABD8B8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96731-9CBA-4917-939A-CFFA9873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今天的完成標準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6AC63-1195-4844-BCE0-A3217D6F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做到這三件事，就完成本次實作。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D4BA6-BB0F-4478-9BF1-AAD31045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B160E-CC42-4DA6-875A-F6EF9E79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Docker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36A22-B200-472D-B296-38A65E61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狀態顯示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8A066-12D6-446A-83DC-6D56ECE5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B7621-4E75-4938-A2EA-B2F6D2CD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267F-0191-4143-9CE4-ECDAB50B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服務成功啟動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0C3B3-35BC-40DC-8AD2-6E0797BE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BAD3B-04B4-4265-9636-60D8F99F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gemma3:4b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E741A4-A9E7-4A38-A633-C120EC8B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能產生第一段回覆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7E9D3-A032-47FD-A383-2AD32F83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E2761-2531-46ED-8FE2-1CF71913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0787A-F0D3-4777-8450-7BC18158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教材下載位置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6A55F-B992-4335-B47F-058BAFE0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6bb605d7a4a8c"/>
          <a:stretch xmlns:a="http://schemas.openxmlformats.org/drawingml/2006/main"/>
        </p:blipFill>
        <p:spPr>
          <a:xfrm xmlns:a="http://schemas.openxmlformats.org/drawingml/2006/main">
            <a:off x="2945628" y="952500"/>
            <a:ext cx="63007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19262-6C25-4869-B87C-CB6D237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GitHub 專案頁確認儲存庫名稱與課程單元。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7043D-3805-4838-9432-037A9241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130723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74EC6-342C-4737-8A45-A96596E7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88034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EA57C-A66D-4ACA-91A6-CA0B98E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ZIP 教材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5C43C-670F-41CD-88A1-7EF6B61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3576104ca4a83"/>
          <a:stretch xmlns:a="http://schemas.openxmlformats.org/drawingml/2006/main"/>
        </p:blipFill>
        <p:spPr>
          <a:xfrm xmlns:a="http://schemas.openxmlformats.org/drawingml/2006/main">
            <a:off x="2834800" y="952500"/>
            <a:ext cx="652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71713-8019-4ED4-A6E2-20D542B3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 Code，選 Download ZIP，將完整教材下載到電腦。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F9EA0-1BEC-4939-ABF4-DAEDA376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130829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68300-B396-46AA-91FC-C25A23A2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18336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745B0-3E5B-48BE-9FB8-37693942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找到教材壓縮檔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1D435-EEDC-4CC6-AB6B-A5C24C97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BD933-8B6C-407B-A692-D3145801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在下載資料夾選取 project-delivery_3LM-main.zip。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719ce27344333"/>
          <a:stretch xmlns:a="http://schemas.openxmlformats.org/drawingml/2006/main"/>
        </p:blipFill>
        <p:spPr>
          <a:xfrm xmlns:a="http://schemas.openxmlformats.org/drawingml/2006/main">
            <a:off x="662096" y="1866900"/>
            <a:ext cx="10867808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3DDC-E4BB-4BAB-B972-BE4D5007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1E30-8098-4C50-8A66-F841609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808294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5A220-D3FE-4FE1-A1DF-7E38E459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顯示完整右鍵選單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15A38-D9CD-43CF-80A7-06715608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0a4122bf941b9"/>
          <a:stretch xmlns:a="http://schemas.openxmlformats.org/drawingml/2006/main"/>
        </p:blipFill>
        <p:spPr>
          <a:xfrm xmlns:a="http://schemas.openxmlformats.org/drawingml/2006/main">
            <a:off x="1993446" y="952500"/>
            <a:ext cx="820510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C6488-5CF2-4563-B914-D9642A73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先選「顯示其他選項」，才能看到 7-Zip。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2422D-CF09-4232-AAE7-BAFE4326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A82B9-100D-4A90-BB3C-2F87D1F7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9908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6D376-47CE-4544-BAB8-A576F9E3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7-Zip 解壓縮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22857-E284-4B8B-9F10-27E48399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6189b919b410f"/>
          <a:stretch xmlns:a="http://schemas.openxmlformats.org/drawingml/2006/main"/>
        </p:blipFill>
        <p:spPr>
          <a:xfrm xmlns:a="http://schemas.openxmlformats.org/drawingml/2006/main">
            <a:off x="1637607" y="952500"/>
            <a:ext cx="891678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9DDAA-AF21-4B26-966A-07D84465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依序選 7-Zip → 解壓縮至此。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78C2B-8AEC-43BA-A64F-8238CB44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A5A2C-A1EE-4829-BF06-3822AA59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3810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8DD5A-E62C-413D-9A32-02CF7C9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確認資料夾已建立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DF98F-DC7C-4286-8CD9-1D20BC9C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06/49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29597-A5ED-4350-BAB7-55E51A52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ZIP 旁出現同名資料夾，代表解壓縮完成。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7e833d73c4d78"/>
          <a:stretch xmlns:a="http://schemas.openxmlformats.org/drawingml/2006/main"/>
        </p:blipFill>
        <p:spPr>
          <a:xfrm xmlns:a="http://schemas.openxmlformats.org/drawingml/2006/main">
            <a:off x="457200" y="2388991"/>
            <a:ext cx="11277600" cy="23848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408AC-3EBD-4278-9CC6-00E51CF2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AFB8F-50A3-4712-914A-032EA494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57161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DDF72-FBC9-47A4-83F7-35F7354C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進入教材主資料夾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A2593-74FE-4D62-B547-3C4D8E16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00f3bb8c34dbb"/>
          <a:stretch xmlns:a="http://schemas.openxmlformats.org/drawingml/2006/main"/>
        </p:blipFill>
        <p:spPr>
          <a:xfrm xmlns:a="http://schemas.openxmlformats.org/drawingml/2006/main">
            <a:off x="2396923" y="952500"/>
            <a:ext cx="739815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24F84-9C7F-4F02-B7A6-2DB1D31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依單元編號操作；先從「00-課前硬體與環境檢查」開始。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F0425-CE46-4951-A8DB-FFEEF43D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131515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C1CD9-46CC-4F7A-8F78-348B3E06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98266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89C0-6060-4136-9831-197DCF1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執行環境檢查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159AA-57E6-4243-8250-57AE8284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8c574e5d44618"/>
          <a:stretch xmlns:a="http://schemas.openxmlformats.org/drawingml/2006/main"/>
        </p:blipFill>
        <p:spPr>
          <a:xfrm xmlns:a="http://schemas.openxmlformats.org/drawingml/2006/main">
            <a:off x="457200" y="1013245"/>
            <a:ext cx="11277600" cy="47362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E31E2-86DD-4D12-AE8A-3D9D16A1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00 單元中按兩下 00_check-environment。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C7FDE-E8E3-4B4A-B9C1-74451848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131537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7E30D-0683-4D7C-8C16-B367F05D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42938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7A5C1-4649-48E7-A698-AFDD00C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允許安全性警告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E5687-2F9C-4462-A33D-613FB6F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77cafc3384b61"/>
          <a:stretch xmlns:a="http://schemas.openxmlformats.org/drawingml/2006/main"/>
        </p:blipFill>
        <p:spPr>
          <a:xfrm xmlns:a="http://schemas.openxmlformats.org/drawingml/2006/main">
            <a:off x="2349131" y="952500"/>
            <a:ext cx="749373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42B52-07E7-4284-922E-4637A054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確認檔案來自課程教材後，按「執行」。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CD73C-2D13-440E-8959-054C3B0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EC214-7FCC-48BF-A522-F7283EE6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81009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AA1A3-76C2-4D10-AF3F-CD53D93C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環境檢查啟動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38315-25AC-4701-87B9-743AE302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f0d4c0bab48b3"/>
          <a:stretch xmlns:a="http://schemas.openxmlformats.org/drawingml/2006/main"/>
        </p:blipFill>
        <p:spPr>
          <a:xfrm xmlns:a="http://schemas.openxmlformats.org/drawingml/2006/main">
            <a:off x="1443869" y="952500"/>
            <a:ext cx="930426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355CA-589E-4A06-B261-211D179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黑色視窗出現後先等待，不要關閉。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34A69-457F-4E71-A092-967C8FE8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9102B-89EB-4872-B32C-2AD5DE81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24100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A9B00-3FB8-4068-A04B-77C5D2AB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讀懂第一次檢查結果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A0681-8040-4A83-8C46-2AF1269B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e69a6c53240ed"/>
          <a:stretch xmlns:a="http://schemas.openxmlformats.org/drawingml/2006/main"/>
        </p:blipFill>
        <p:spPr>
          <a:xfrm xmlns:a="http://schemas.openxmlformats.org/drawingml/2006/main">
            <a:off x="767499" y="952500"/>
            <a:ext cx="1065700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F3724-41F5-42B6-9C39-E6C0B2B0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綠色 PASS 表示符合；Docker 尚未安裝或執行是此階段的正常狀態。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C493-67D2-4C18-8A77-198E606A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3E616-0E62-4843-A752-6F71969C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34515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F4965-D99D-4487-AD91-7F8F27E7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Docker 官方安裝頁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2FF8-19E9-4BDA-8214-5CA3B040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c543dcfbd4173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57732-B45D-4120-A86C-CCD4B1A6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使用 Docker 官方文件的 Windows 安裝頁。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51602-30E4-4B5F-931E-D320EB76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133328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044CE-5B9E-4933-AD5F-A208ED1A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690584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429A6-75CA-49FD-B225-AC3890F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Windows x86_64 安裝程式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BF998-47A7-40CC-946F-EBC57DE0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fd0292ada4725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C0AFE-F188-4946-9A71-E76E50B4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Intel／AMD 一般 Windows 筆電選 x86_64。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DE21A-3D5C-40AE-8064-30BA901B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133349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E7998-89C1-45E9-864B-6620189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09751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39C80-C3FC-498D-8B7C-429F9934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關閉安裝文件分頁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57AF9-912B-4D32-8ACD-3F0F0098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E19B3-D4F4-4646-A4A3-E9C80A6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下載已開始後，可關閉文件分頁並查看進度。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fee89d84749cb"/>
          <a:stretch xmlns:a="http://schemas.openxmlformats.org/drawingml/2006/main"/>
        </p:blipFill>
        <p:spPr>
          <a:xfrm xmlns:a="http://schemas.openxmlformats.org/drawingml/2006/main">
            <a:off x="457200" y="2385832"/>
            <a:ext cx="11277600" cy="23911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B0E94-D1BA-4D26-81CB-95ED829B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133437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DDAAA-8DCF-4202-9F9A-4019511A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565104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A055B-F2F2-4737-9176-B4D580FF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等待安裝程式下載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8FA26-6B78-48D2-95B6-3052A71B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15/49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3c4ff2a424842"/>
          <a:stretch xmlns:a="http://schemas.openxmlformats.org/drawingml/2006/main"/>
        </p:blipFill>
        <p:spPr>
          <a:xfrm xmlns:a="http://schemas.openxmlformats.org/drawingml/2006/main">
            <a:off x="495300" y="1089523"/>
            <a:ext cx="5143500" cy="49551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9FEA6-BC80-4C34-8633-F3AF1774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493B8-3F2D-4BCE-8825-3B220BAA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檔案約 577 MB；等待下載列顯示完成。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3621B-66D5-4F80-B56B-8B006989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59DFD-2096-4137-A7B8-AE273564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133459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77DCA-D9A8-40F6-B9AB-ED8969EF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565522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B601A-F29D-4181-8F40-25C5CC2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E8F58-90AF-4084-B78A-2D14D2D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16/49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b38dd170147e9"/>
          <a:stretch xmlns:a="http://schemas.openxmlformats.org/drawingml/2006/main"/>
        </p:blipFill>
        <p:spPr>
          <a:xfrm xmlns:a="http://schemas.openxmlformats.org/drawingml/2006/main">
            <a:off x="495300" y="1211736"/>
            <a:ext cx="5143500" cy="47107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8471B-3E74-4B65-8C25-F5ED9F21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5C398-CE2B-46A2-8C85-E806360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下載完成後按資料夾圖示，開啟安裝程式所在位置。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64256-9233-4D12-A1C1-AB108FBD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F2DD0-D85C-4105-B653-1B7CEE2F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134336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2B3CE-EDAF-45E9-B3A9-696582F1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642440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0E844-B554-4080-9CCD-FEF88776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 Installer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F51E4-2A96-4304-992C-2616C24C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17/49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B898E-974C-4918-9985-EF0F6116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在下載資料夾按兩下 Docker Desktop Installer。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626a0455547fd"/>
          <a:stretch xmlns:a="http://schemas.openxmlformats.org/drawingml/2006/main"/>
        </p:blipFill>
        <p:spPr>
          <a:xfrm xmlns:a="http://schemas.openxmlformats.org/drawingml/2006/main">
            <a:off x="457200" y="1927230"/>
            <a:ext cx="11277600" cy="33083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F0989-9A94-416A-BE25-ED1D847D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DA406-DAC4-4CB1-BE4A-B873BF6C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612312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A8DFA-8BA5-4904-BAA8-ED65A59B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選擇每位使用者安裝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FDF1A-C476-43DA-8B05-653FB79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540d234364147"/>
          <a:stretch xmlns:a="http://schemas.openxmlformats.org/drawingml/2006/main"/>
        </p:blipFill>
        <p:spPr>
          <a:xfrm xmlns:a="http://schemas.openxmlformats.org/drawingml/2006/main">
            <a:off x="2742553" y="952500"/>
            <a:ext cx="670689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3DD62-97B1-4837-8782-5421C75B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保留建議的 Per-user installation，按 OK。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FF22B-84EA-42CB-AFBC-DD4D6B7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9EE31-9CDE-4CBC-955E-70CAB2A4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163103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E14CA-59B1-4252-92E4-9A6F2546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等待解壓縮與安裝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52824-5697-4BA9-AA74-3577D475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6f1eed7934dae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113E9-9F49-469B-B3E4-1A6F096B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安裝過程不要關閉視窗。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7FE3D-9519-4E4F-A8D9-4161820A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C0B33-1F7D-42EB-A09E-6A72B78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278361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E6EAD-42CD-4DCA-BA0E-0437E268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Docker Desktop 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CB98-5A78-4DB7-9E9F-9F6BD02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5a1fff2b5439b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0D707-3307-4D0B-B5AC-BF96B8E2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Installation succeeded 後按 Close。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C0410-4C80-48FF-A9C4-BB03DE99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3AA3D-3E31-4D05-A741-E252DF27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6299570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3A303-A6F4-4B7D-9FC2-084CDADD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81A0E-5D18-4343-BEF1-9A08B75D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21/49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77d952d4e425b"/>
          <a:stretch xmlns:a="http://schemas.openxmlformats.org/drawingml/2006/main"/>
        </p:blipFill>
        <p:spPr>
          <a:xfrm xmlns:a="http://schemas.openxmlformats.org/drawingml/2006/main">
            <a:off x="1607724" y="1066800"/>
            <a:ext cx="2918653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40691-2382-41E8-88E3-768659C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3B35F-15CB-4238-AD10-7D4BDC47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可從桌面捷徑或開始功能表開啟。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B814-322E-4F7B-948D-5F38EE9A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9E4CE-01D6-45B1-BF30-E393ADCC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134542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64310-5BE9-47FC-8EA1-C82D094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3030202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FCE97-6E50-4B5A-8394-2549DCDF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接受服務條款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11494-CAF6-4C04-A922-F6C3FC4C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f0bc143c24ea0"/>
          <a:stretch xmlns:a="http://schemas.openxmlformats.org/drawingml/2006/main"/>
        </p:blipFill>
        <p:spPr>
          <a:xfrm xmlns:a="http://schemas.openxmlformats.org/drawingml/2006/main">
            <a:off x="2214449" y="952500"/>
            <a:ext cx="77631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C1654-DB31-435A-8902-165BE935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閱讀條款後按 Accept；大型企業商用可能需要付費方案。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1FE1F-2109-41C4-9EA2-1F0F269D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A658A-869D-4465-8799-AF5F29CF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74631678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CB975-715A-4E87-A410-BEDF8579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略過登入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B6285-7475-4CE0-82F8-38E22A82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fa7f9d90e457f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46376-5734-45DC-9781-C431E94B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本課以本機操作為主，可先按 Skip。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BE6EA-AEE6-4B2B-9DC6-DC17964D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30CFF-6902-4880-AD67-66E180D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4685038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7E7DC-FC4D-4571-9059-711B9808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Engine 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BBCFB-CAAD-4F37-B684-122867C7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2dde856b04809"/>
          <a:stretch xmlns:a="http://schemas.openxmlformats.org/drawingml/2006/main"/>
        </p:blipFill>
        <p:spPr>
          <a:xfrm xmlns:a="http://schemas.openxmlformats.org/drawingml/2006/main">
            <a:off x="1903225" y="952500"/>
            <a:ext cx="83855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71B2B-224C-43BA-B568-EEFF7AF6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左下角顯示 Engine running，表示 Docker Desktop 已準備完成。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7BFAE-3523-4D00-BBE7-B38345DB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30270-9549-492D-AD81-16F079E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8909650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80051-A6D8-4642-98E8-570B1EEA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辨識虛擬化錯誤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73744-8D3C-42DB-A199-5FC211D9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875a2963a4c99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4DD88-F09A-4F42-9B4A-DDF78641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Virtualization support not detected 時，先停止後續操作並修復虛擬化環境。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D0913-1605-474F-9259-63145BC8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6F3DB-331F-4CC1-AA9D-2B86D976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1430341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F0989-BC8B-4F14-A38C-8E99F30B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Desktop 已停止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C724F-26F2-406F-BA52-3CEB0ABF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3c02f8f3c43fc"/>
          <a:stretch xmlns:a="http://schemas.openxmlformats.org/drawingml/2006/main"/>
        </p:blipFill>
        <p:spPr>
          <a:xfrm xmlns:a="http://schemas.openxmlformats.org/drawingml/2006/main">
            <a:off x="2272027" y="952500"/>
            <a:ext cx="764794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56D78-7BE9-471A-B393-A7309031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系統匣顯示 stopped；接著重新執行環境檢查與修復。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621B4-FC02-4767-8F3A-75ABF30C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134934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DC524-4B34-4733-A76F-B2ABACA4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8964921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CCF07-5605-43CB-A903-337E620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修復後重新檢查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5CFB5-32DB-4472-B9C3-EABABF92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245c4f75e413b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AB53C-AC19-4DBA-BFA7-931BB51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Firmware virtualization、Virtual Machine Platform、WSL 與 hypervisor 都應顯示 Enabled／Running。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79812-6983-4D24-BFFF-561B0C60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154847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F40D2-BCB1-4132-9742-0F9526AF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7194272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3D017-08A6-4725-87B5-5F91B358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Resource Saver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4BBAB-C396-457E-A229-9BD14673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086ec6b4a4cff"/>
          <a:stretch xmlns:a="http://schemas.openxmlformats.org/drawingml/2006/main"/>
        </p:blipFill>
        <p:spPr>
          <a:xfrm xmlns:a="http://schemas.openxmlformats.org/drawingml/2006/main">
            <a:off x="1993294" y="952500"/>
            <a:ext cx="82054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77742-A294-45F7-9B84-84155A39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Resource Saver 不等於故障；Docker 閒置時會降低資源使用。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594E1-059C-4B30-AEF9-5237D2B2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155955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45215-27AD-4081-ABC5-C18FD98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3279569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9937E-4B89-4EDB-B8C1-53E15055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進入第 03 單元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F03C4-D062-47F5-AE2C-28DFA932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29/49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5EA0D-5F23-4B78-9434-571A696D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開啟「03-啟動-Ollama-與-Open-WebUI」資料夾。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bcb3ad0c34bf3"/>
          <a:stretch xmlns:a="http://schemas.openxmlformats.org/drawingml/2006/main"/>
        </p:blipFill>
        <p:spPr>
          <a:xfrm xmlns:a="http://schemas.openxmlformats.org/drawingml/2006/main">
            <a:off x="457200" y="2379180"/>
            <a:ext cx="11277600" cy="24044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B00D2-480A-4E57-A59E-1B77A04F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9B011-C19B-4A7B-8E70-4963159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8478215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63A25-BD09-46C4-AB54-5D39CBF0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認識第 03 單元檔案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30E6D-F750-439C-AB15-9A8DEDE3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30/49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CC258-B48F-4B7E-AE3C-E32CEBE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03_compose.yaml 定義服務；03_service-control 是操作入口。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2149e77ac4197"/>
          <a:stretch xmlns:a="http://schemas.openxmlformats.org/drawingml/2006/main"/>
        </p:blipFill>
        <p:spPr>
          <a:xfrm xmlns:a="http://schemas.openxmlformats.org/drawingml/2006/main">
            <a:off x="457200" y="2135554"/>
            <a:ext cx="11277600" cy="28916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6160E-7353-4AFC-8CAC-19680C7B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7B3B5-BAFD-48BF-99B5-76E1F9F7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901999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C2CB3-3853-4C0F-A4E6-E360CEB0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啟動本機 AI 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F2B15-BCF1-4F91-97E7-D5145E51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df3d6b55a4d12"/>
          <a:stretch xmlns:a="http://schemas.openxmlformats.org/drawingml/2006/main"/>
        </p:blipFill>
        <p:spPr>
          <a:xfrm xmlns:a="http://schemas.openxmlformats.org/drawingml/2006/main">
            <a:off x="2207032" y="952500"/>
            <a:ext cx="777793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C10B4-E1C1-4314-9A82-368D3E4B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按兩下服務控制程式，輸入 1 啟動 Ollama 與 Open WebUI。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E95C8-52BB-4931-9330-75E6D9C6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81181-9B27-4D9D-97A3-57EC71AD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4653796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9FFDC-4C22-4B57-A0A1-15690A4E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第一次啟動需要等待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D116A-0EC4-4AA0-B5A4-E5BEFD3C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a02e3aaba14f69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81FBF-CE03-435C-B420-7BCD5C4B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系統會下載容器映像；時間依網路速度而定，視窗保持開啟。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0E3A4-B130-4C19-B353-D9792B50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64133-EAB7-4FE5-8895-0E0A41AF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59754629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B67B8-C4B6-430A-9FED-B50B3EBA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確認服務啟動成功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AF134-6C60-4309-8706-9E9E513D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f2525bc4f47b1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F2466-0330-4E61-BFB0-F2DD042E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Services started successfully，再開啟 http://localhost:3000。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9C51F-1F5D-42BB-A926-520AF803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174828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A2C4F-83CC-4E8D-953D-4C3ECD0A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9633775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DD61D3-7D3B-4DF9-8A5A-2158262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A76BE-410A-4E80-8576-12B4846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4d7497e1045a2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E71A0-18FD-42D1-A7FF-D0F0B137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在瀏覽器輸入 localhost:3000，按「開始使用」。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44EA3-9931-4F0F-A489-C05EADB8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174840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B2874-0616-40ED-BF89-82449705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45411644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E5392-8D38-4A94-BB39-26F28236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建立第一個管理員帳號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98C55-D955-453C-B354-70B9B83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3e66d7ce543fe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5C70-BB65-47D2-96D8-1CEF464D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第一個註冊帳號會成為管理員；Email 可使用課堂示範格式。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7E662-5449-408E-B149-2554DA7D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175050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C705B-908A-40D0-94F4-EAFF87B7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99322936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E8D55-0C1C-45C2-8A64-39FBF13F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FF902-80BA-4F6F-81A9-F274703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7aeb915d742e0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F5FE6-0F9A-4AB8-B03E-05E29AF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關閉版本資訊視窗，回到主畫面。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B219B-64C4-4D2C-B7C1-204A60E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084A3-5295-4013-92B5-CDDECDE3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48226532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3A513-1E38-4302-AB07-FF8FA05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尚未安裝可用模型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D04CC-C794-490A-9518-3E4F1BF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e30afb2374f6c"/>
          <a:stretch xmlns:a="http://schemas.openxmlformats.org/drawingml/2006/main"/>
        </p:blipFill>
        <p:spPr>
          <a:xfrm xmlns:a="http://schemas.openxmlformats.org/drawingml/2006/main">
            <a:off x="639056" y="952500"/>
            <a:ext cx="1091388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624E5-5306-401F-9E15-B6C0F7ED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模型選單顯示暫無可用模型，下一步到設定下載。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E750F-DF4E-4EC0-8F2E-AA13B4A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C495B-E2CB-48DE-A770-543D195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87159155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E66B1-B63D-46A8-8565-23BD876F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開啟個人與管理設定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22407-0A77-41CB-BD98-FE034F30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f8e73d2ee4ed0"/>
          <a:stretch xmlns:a="http://schemas.openxmlformats.org/drawingml/2006/main"/>
        </p:blipFill>
        <p:spPr>
          <a:xfrm xmlns:a="http://schemas.openxmlformats.org/drawingml/2006/main">
            <a:off x="587658" y="952500"/>
            <a:ext cx="1101668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6B2AF-28DD-4780-A366-854DAD0B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按左下角帳號名稱，進入設定與管理介面。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F5EA-8197-445F-A144-136A898E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47659-8194-46A0-80C2-9EDA873D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202140252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4D278-77E8-4D49-997B-3B995905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進入模型設定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5F82B-F7D7-4307-935E-5CD91EC1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5ffdc76e74881"/>
          <a:stretch xmlns:a="http://schemas.openxmlformats.org/drawingml/2006/main"/>
        </p:blipFill>
        <p:spPr>
          <a:xfrm xmlns:a="http://schemas.openxmlformats.org/drawingml/2006/main">
            <a:off x="1870105" y="952500"/>
            <a:ext cx="8451789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7825C-C65D-47FD-96B2-B19CA3A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管理員面板左側選「模型」。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A0877-B4C1-49E7-997E-FD68CBDE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175413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4DE0B-7285-4C3B-9B41-B6D7B9BF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56539330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79CE8-0525-4336-B1BA-4D73E46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Ollama 模型管理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24173-1761-4EC9-9C65-F6762CC8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11a46e69b4add"/>
          <a:stretch xmlns:a="http://schemas.openxmlformats.org/drawingml/2006/main"/>
        </p:blipFill>
        <p:spPr>
          <a:xfrm xmlns:a="http://schemas.openxmlformats.org/drawingml/2006/main">
            <a:off x="457200" y="1191097"/>
            <a:ext cx="11277600" cy="43805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1A5DA-056E-4090-B35B-A295A9C3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右上角依序選「動作」→「管理」。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9E776-60DA-4120-B0E9-D83D4B16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175539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54212-4CB3-4BAA-A0DC-3CB9B9B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686845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D99B7-4E8E-4BF8-A1AD-F6A2AC4C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輸入模型標籤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4E6A3-1036-4963-B77B-5BDEEFEF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c1d171cf34b8b"/>
          <a:stretch xmlns:a="http://schemas.openxmlformats.org/drawingml/2006/main"/>
        </p:blipFill>
        <p:spPr>
          <a:xfrm xmlns:a="http://schemas.openxmlformats.org/drawingml/2006/main">
            <a:off x="2270367" y="952500"/>
            <a:ext cx="765126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82BEB-5A37-4868-9DDF-E3BF205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Ollama.com 下載欄輸入 gemma3:4b，按下載。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C147E-C808-4CF1-A376-1EFDABF9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175557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718FB-B043-4A5C-9FCA-148D896F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67529663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0641D-3E9A-4FE9-86C0-42EA7085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模型下載已開始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A49B1-1F0A-47AF-8F95-DDCD68F9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42/49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68467-4C04-4B97-9E0E-1AD1CDB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出現模型名稱與進度條後，保持頁面與服務運作。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bd615644d4252"/>
          <a:stretch xmlns:a="http://schemas.openxmlformats.org/drawingml/2006/main"/>
        </p:blipFill>
        <p:spPr>
          <a:xfrm xmlns:a="http://schemas.openxmlformats.org/drawingml/2006/main">
            <a:off x="1318260" y="1866900"/>
            <a:ext cx="955548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8AF4E-FB6B-4D67-B669-B7147238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175608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473B6-CECC-4113-B40C-14240759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97204190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C2E72-A5F4-456E-B4F0-D406C48F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等待大型模型下載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48335-8840-4EA6-98E4-234BFD0E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9AB71-C330-44BE-A18E-79F0360A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下載可能需較長時間；百分比持續上升即可。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ef463026643da"/>
          <a:stretch xmlns:a="http://schemas.openxmlformats.org/drawingml/2006/main"/>
        </p:blipFill>
        <p:spPr>
          <a:xfrm xmlns:a="http://schemas.openxmlformats.org/drawingml/2006/main">
            <a:off x="1025285" y="1866900"/>
            <a:ext cx="1014142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B4C60-0C7D-44A5-9CE6-E4216C5E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CE90B-3B14-4A54-A45C-E5162F4D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261307060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9223B-4FA3-46FB-984A-50233D7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862A3-9BAF-4C6B-B82C-63ACEB9D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A0930-22E6-440E-8673-61221DF5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進度到 100% 後，等待模型出現在清單。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c4f8aa7034dd7"/>
          <a:stretch xmlns:a="http://schemas.openxmlformats.org/drawingml/2006/main"/>
        </p:blipFill>
        <p:spPr>
          <a:xfrm xmlns:a="http://schemas.openxmlformats.org/drawingml/2006/main">
            <a:off x="1002196" y="1866900"/>
            <a:ext cx="1018760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4B4BD-8E52-4777-80B7-66509990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183355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8F62B-7F2B-4073-AE46-906D6C03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04160655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B1880-757D-4B34-A9A3-168FEEF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確認模型已加入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E0A84-DA5C-44C3-A9A0-ABCC1560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f89865fa24632"/>
          <a:stretch xmlns:a="http://schemas.openxmlformats.org/drawingml/2006/main"/>
        </p:blipFill>
        <p:spPr>
          <a:xfrm xmlns:a="http://schemas.openxmlformats.org/drawingml/2006/main">
            <a:off x="1683694" y="952500"/>
            <a:ext cx="882461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559A6-4ACC-404C-9B09-6A58EE28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模型清單出現 gemma3:4b，且右側開關已啟用。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7F1EC-2EE1-43EF-8451-ABC94FCC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52DC7-E3C7-41A2-8CB2-2A165405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67195743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61221-A2F8-41AE-8300-F0462FC6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隱藏 Arena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BDFFD-F651-4A83-B655-2DC7D898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f8f71e1ff47fd"/>
          <a:stretch xmlns:a="http://schemas.openxmlformats.org/drawingml/2006/main"/>
        </p:blipFill>
        <p:spPr>
          <a:xfrm xmlns:a="http://schemas.openxmlformats.org/drawingml/2006/main">
            <a:off x="457200" y="964746"/>
            <a:ext cx="11277600" cy="48332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86379-AD05-4B6C-9409-25F07F7B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若不需要 Arena Model，可關閉右側開關，讓選單更單純。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8694A-0563-4C46-A199-D0BE2919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691E2-37F9-40FC-8FD4-4E7CF72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58173608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51E99-6823-46B0-81EC-48234612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保留模型基本功能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FF72D-ABE7-4153-8DEB-C3346E29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551f1c7bb4510"/>
          <a:stretch xmlns:a="http://schemas.openxmlformats.org/drawingml/2006/main"/>
        </p:blipFill>
        <p:spPr>
          <a:xfrm xmlns:a="http://schemas.openxmlformats.org/drawingml/2006/main">
            <a:off x="1916686" y="952500"/>
            <a:ext cx="835862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09430-91FC-4C9C-B000-B6F7CBE7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初次使用可維持預設功能，再按「儲存並更新」。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DD164-B400-43AA-8D17-BD2AE10B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F85C7-7BB6-47C4-B804-4E2C7F7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57819280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BDEEB-A033-43CC-BFB3-285E76FB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 gemma3:4b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7F0F2-FC66-46BB-AA43-991DE04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48/49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48C3D-DDBB-4ACA-9554-2CB20708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回到對話首頁，從模型選單選 gemma3:4b。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aff5f74a14814"/>
          <a:stretch xmlns:a="http://schemas.openxmlformats.org/drawingml/2006/main"/>
        </p:blipFill>
        <p:spPr>
          <a:xfrm xmlns:a="http://schemas.openxmlformats.org/drawingml/2006/main">
            <a:off x="1169334" y="1866900"/>
            <a:ext cx="9853332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0AB6-DF77-451F-A27E-0A5537E9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183522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8A18F-39A7-4B79-A357-F0782517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64886059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6E3A8-7C84-4E92-9F0F-4AF5B881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完成第一次本機對話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B5E73-70A3-412C-9631-A703836A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81daf56104417"/>
          <a:stretch xmlns:a="http://schemas.openxmlformats.org/drawingml/2006/main"/>
        </p:blipFill>
        <p:spPr>
          <a:xfrm xmlns:a="http://schemas.openxmlformats.org/drawingml/2006/main">
            <a:off x="1803442" y="952500"/>
            <a:ext cx="858511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1E596-AAE9-4C07-8C40-2B06A314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輸入簡單測試句並確認模型能回覆；語言風格可用系統提示詞再調整。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65E4A-D075-4BF1-A231-12AF4A32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184259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28B71-635C-41A4-A8B8-6118E26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77080353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F6BBD-F21C-4E51-B9E7-3A245B5F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做到這裡，就完成了本機 AI 基礎環境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52919-1CFD-4503-84A2-97D81BD9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→ Ollama → Open WebUI → gemma3:4b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4751F-9653-4E59-A2F0-83B30830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Docker Engine 正常執行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服務可從 localhost:3000 開啟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gemma3:4b 已下載並能產生回覆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06EED-CF7F-481A-9475-13DF2E6D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下一步：固定繁體中文回答，再加入自己的教材與知識庫。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2F12B-574F-4C74-ADA0-82303767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1A30C-0954-4B81-8206-23BA34FB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392945840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2026-09-15T01:25:08.8400000Z</dcterms:created>
  <dcterms:modified xsi:type="dcterms:W3CDTF">2026-09-15T01:25:08.8400000Z</dcterms:modified>
</coreProperties>
</file>